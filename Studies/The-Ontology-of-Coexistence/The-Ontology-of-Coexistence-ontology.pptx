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Companion to the released study at AnalyticMadhyasthDarshan.org. This deck covers Madhyasth Darshan's own ontology (Section 1), not Advaita, modern philosophy, or comparative review.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framing questions open the full study. This presentation answers them from Madhyasth Darshan's ontology alone.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Madhyasth Darshan defines existence as ever-present coexistence. Development expresses complementarity toward designed statuses; at the knowledge order this scales to undivided society and universal orderliness.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develops in layers: poles and saturation, what units are, unit-activity, four orders and relationships, regulation and composition, jeevan structure, then development, knowledge, conservation, and societal fulfilment.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study uses Omnipresence in prose; translations often print Omnipotence for satta.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Inter-unit distance is regulated as satta as Space (shunya) between bounded wholes, provisioning mutual recognition. Change is unit-activity alone.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picture: a cell in nutrient medium or a sponge soaked in water — permeated through the medium, not drained from a finite store.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+ Energy fullness = Activeness (SB, p. 69). Saturation is where a unit gets regulation, activeness, and forcefulness without external efficient cause.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Ness is what makes a unit the kind of unit it is. Natural state moves toward development; excited state toward decline.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Endeavour aligned with innateness moves toward fulfilment; against it gives rise to problems. Even atomic particles recognise and fulfil one another.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Satta grounds all units as supreme cause (mahakaran) in the sustaining sense. Causal work of change is done by units themselves. Kaal is duration of unit-activity.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treatment of time (kaal) and spacetime physics is in the Nature of Time study. Here only the core claim: kaal is duration of unit-activity; satta is timeless as ground.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 and pranic orders are insentient (jada). Jeevan first appears at the animal order. Knowledge order adds six svabhav qualities developed as human values.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order cyclically manifests through saturation in a different mode: material units active, bio pulsate, animal carry hope of living, knowledge-order hopeful and conscientious.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kinds include object values (utility, art) and, at the knowledge order, jeevan harmonies, human values, established relationship values, and expression values.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Higher statuses need inherent capacity and conducive environment together — illustrated by seed and naturalness. Realisation in coexistence when relationships are fully evident across nature.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mediative (madhyasth) role gives the darshan its name. Nucleus within every atom is mediative activity regulating generative-degenerative activities.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Statutory and public law (dharma-niti, rajya-niti) codifies assembly order separately; conduct may satisfy legality while violating justice.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Assemblies persist in natural state and decline when fulfilment breaks down. Human assemblies require achieved, evaluative recognition and fulfilment.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Faculties are the atom's constitutional structure, not optional layers on an aggregate. Koshas (sheaths) track developmental envelopes of the joint form — distinct from faculties.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through six perspectives (drishti) is developed in Section 1.10.5. Four felt harmonies within jeevan follow in Section 1.10.6.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 order chain and atomic development run on different levels. Molecules participate in composition and vikas-kram at atomic scale; crossing T1 is not the same as niyati-kram.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insentient orders share one plane; knowledge order spans three plane-states. Order and plane must not be used interchangeably.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Hope-bondage replaces molecular-bondage and weight-bondage at T1. Sentience becomes evident when structure is complete enough to reflect what saturation already grounds.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Perceiver status (drishta pad) — enlightenment and realisation within the truth of coexistence — is what awakened humans attain at T2 and T3.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figure pulling together the full Section 1 architecture. Companion figure 1-saturation-samprikt.svg traces saturation through composition to body and jeevan.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Below knowledge order, recognition and fulfilment are lawful without bearing the name justice. Unit dharma (Section 1.3) must not be confused with dharma-adharma perspective.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Awakening channels energies through curiosity, enthusiasm, delight, elation, and realisation. Activity and conduct completeness evidence perceiver status.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Conflating these senses misreads Omnipresence as cosmic mind or treats fulfilled relationships as private belief. Three different senses: orderliness in all units, active sentience at gathanpurnata, unfolding through awakened humans.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jeevan knows coexistence and believes in that reality, it spontaneously recognises relationships and fulfils values in behaviour. Realised knowledge evidences as wisdom, science, and humane conduct (gyan-vivek-vigyan).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Claiming coexistence without evidencing resolution, prosperity, fearlessness, and coexistence in living has not closed the evidence cycle.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Brahma is truth, the world is perpetual. Coexistence as organic whole does not dissolve plurality into the ground. Realisation in Omnipresence is coexistence evident in fulfilment.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Animal collectivity under fear contrasts with awakened human sociality founded on the four outcomes. Ethics — right-use of body, mind, and wealth — gives goals purpose.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Universal orderliness evidenced through study of science and wisdom aligned with coexistence — not coercion or opinion. Institutional governance belongs in linked studies.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of knowing: staged study → experiment and practice → realisation with evidence in conduct. Full epistemic method in Knowledge, Knower, and Known study.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Section 1 only. For Advaita Vedanta (Section 2), modern philosophy and science (Sections 3–4), comparison (Section 5), and critical review (Section 6), see the full study PDF and HTML at AnalyticMadhyasthDarshan.org.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study: Studies/The-Ontology-of-Coexistence/The-Ontology-of-Coexistence.pdf References and glossary in study Appendix.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0"/>
            <a:ext cx="111858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</a:rPr>
              <a:t>The Ontology of Coexistence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017520"/>
            <a:ext cx="111858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</a:rPr>
              <a:t>Madhyasth Darshan ontology — Section 1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The study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What is Existence? What exists?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Does what exists begin at some time?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Does the individual self (jeevan) begin or end with the body?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Is the world finally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Existence as coexistence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Formless Omnipresence (satta) and countless bounded units — co-eternal, beginningless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Neither pole is produced from the other; change is unit-activity, development, and awakening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Coexistence is not inert juxtaposition — ground and units are inseparable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Mutual recognition, complementarity, and relationships follow from saturated plurality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Resolution Centred Materialism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Madhyasth means mediative — the bond holds without collapse into either pole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Satta regulates and conserves every unit without itself acting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The mediative role recurs in the atom nucleus and in jeevan as atma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Samadhanatmak bhautikvad — Resolution Centred Materialism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 Coexistence — two inseparable aspects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Omnipresence (satta / vyapak): formless, all-pervasive, non-transforming, actionless energy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Units of nature: formful, active, countable entities within saturated nature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Consciousness and Knowledge here do not mean a mind that knows — sentience belongs to jeevan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Realisation Knowledge (anubhav jnan) is the ontological given in every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What is evident is that consciousness and matter are inseparably present… existence itself is eternally manifest in the form of coexistence.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SB, p.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 Structural features of coexistence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Satta and units never existed as separate poles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Omnipresence has no absent place — even where no local unit appears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Units are distinct by boundaries within saturation, not by leaving the ground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Satta is state-complete (sthitipurn); saturated nature is state-dynamic (sthitishil)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1.2 Saturation (samprikt)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The ever-present bond between formless satta and each formful unit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Omnipresence does not act, transform, or be consumed in saturating a unit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Inherent energy resides in each unit as a consequence of coexistence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Basic impulsion — inherent drive to be active, not an external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1.2 Mutual dependence for manifestation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6692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Ground's uniform energy and unit-activity always appear together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Neither pole creates the other's existence — only its manifestation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Saturation endows capacity, ability, and receptivity for relationships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Conducive environment and naturalness activate what saturation places in the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Without absolute energy, there is no basic impulsion in matter, and without matter, absolute energy is not revealed.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MVD, p. 40</a:t>
            </a:r>
          </a:p>
        </p:txBody>
      </p:sp>
      <p:pic>
        <p:nvPicPr>
          <p:cNvPr id="5" name="Picture 4" descr="1-saturation-sampri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394960" cy="31233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1.3 What every unit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Four inseparable aspects: form, properties, essential nature, and dharma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Properties: generative, degenerative, and mediative effects in mutuality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Dharma — what a unit cannot be separated from; indestructibility is ultimate dharma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Unit + environment = the unit as a whole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1.3 Development, complementarity, and restfulness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Complementarity — reciprocal exchange within the natural state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Participation means recognising and fulfilling relationships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Restfulness (vishram) when all relationships are recognised and fulfilled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Harmony among the four aspects is the essence of coexistence (MVD, p. 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Each unit moves towards 'development' in its natural state and 'decline' in its excited state.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SB, p.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1.4 All change is unit-activity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Omnipresence does not change — all change appears as unit-activity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Inseparable triad: effort, motion, and result (shram–gati–parinam)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Not three sequential steps — three joint aspects of one activity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Saturation → forcefulness → basic impulsion → activity → effort-motion-result →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Every physical-chemical activity is an inseparable presence of effort, motion and result.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SB, p.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1.4 Origination versus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Units are co-eternally present — not created from nothing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Causation names what produces change when units transform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Insentient orders: state and motion inseparable — force in state, power in motion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Physicochemical give and take appears as reciprocal exchange in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1.5 The four orders of 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Material (padarth), bio/pranic (pran), animal (jeev), knowledge/human (gyan)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Each order is a stable plateau — higher orders include lower dharmas cumulatively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Hope to live (jeene ki aasha) marks the animal order — sentience threshold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Existence is stable; development is definite — laws inherent to 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1.5 Progression and definiteness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Niyati-kram — fixed order emergence on Earth (material → pranic → animal → knowledge)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Niyati-vidhi — definiteness in each order's proper conduct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Statuses embedded in progression toward constitutional, activity, and conduct completeness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Countless means practical uncountability — real particulars, indefinitely 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1.6 Units in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Relations between units actualise complementarity as value in mutuality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Relationship — mutuality with expectations predetermined toward completeness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Association — mutuality with voluntary expectations (contrast: neighbours sharing a wall)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Essentiality in every order is value — reciprocated and mutually recognised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Nothing is isolated – that is the principle.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JV, p.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1.6 Recognition, fulfilment, and realisation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Every unit recognises its relationships and fulfils them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Capacity, ability, and receptivity endowed through saturation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Knowledge order: knowing → believing → recognising → fulfilling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Completeness drive turns unit-activity toward fulfilling relationships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Every entity of nature recognises another; that is why it fulfils.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JV, p.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1.7 Regulation and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6692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Regulation ladder: saturation → law → order conformance → inward regulation → justice → assembly self-governance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Satta does not descend as statutory command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Orderliness (vyavastha) is self-regulation (swatah-saspurt) — inherent in nature's orders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Law — regulation and orderliness already structurally real in coexistence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Omnipotence is mediative, therefore the nature saturated in it is regulated and conserved.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MVD, p. 26</a:t>
            </a:r>
          </a:p>
        </p:txBody>
      </p:sp>
      <p:pic>
        <p:nvPicPr>
          <p:cNvPr id="5" name="Picture 4" descr="1-regulation-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394960" cy="23602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1.7 Conformance regimes and justice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Material: result-/structural-conformance (definite)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Bio: seed-conformance (definite)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Animal: species-conformance (definite)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Knowledge: sanskar-conformance (achieved through knowing → believing → recognising → fulfilling)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Justice (nyaya) — evaluative closure when jeevan can evaluate and err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1.8 Composition and assemblies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Complementary units that fulfil relationships compose into larger units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Each composition opens relationships at a higher tier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Mixture (mishran) vs compound (yaugik) — components keep vs new unit signature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Composition is not development — plateau crossed only at atomic constitutional 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Everywhere, there exists a natural inclination towards coexistence… atomic particles to assemble into atoms, atoms into molecules, molecules into molecular forms.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JV, p.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1.9 Jeevan — structure and faculties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Jeevan — sentient self that works through the body; constitutionally complete unit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Five inseparable aspects: mun, vritti, chitta, buddhi, and atma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Projection (paravartan) and reflection (pratyavartan) cycle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Atma is nucleus; buddhi, chitta, vritti, mun in first through fourth orbits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The nucleus of the sentient unit… is referred to as atma.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MVD, p.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1.9 Faculties versus koshas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Faculties — invariant parts and orbital structure of the jeevan atom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Koshas — developmental envelopes of body + jeevan joint form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Animal-order and pre-awakening humans: four koshas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Awakening adds vigyanmaya — five koshas for awakened humans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The two five-fold structures do not align one-to-one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 Four kinds of progress — do not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Niyati-kram — fixed order emergence (material → pranic → animal → knowledge)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Niyati-vidhi — definiteness in each order's conduct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Vikas-kram — atomic development until constitutional completeness (T1)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Jagriti-kram — awakening within constitutionally complete jeevan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 Orders, planes, and human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6692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Order — what a unit is; plane (pad) — how far development has gone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Physicochemical plane — insentient development toward T1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Delusional plane — sentient jeevan or pre-awakening human (body mistaken for self)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Deific plane — awakening human (T2); Divine plane — conduct completeness (T3)</a:t>
            </a:r>
          </a:p>
        </p:txBody>
      </p:sp>
      <p:pic>
        <p:nvPicPr>
          <p:cNvPr id="4" name="Picture 3" descr="1-orders-p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394960" cy="2832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1.10.3 Constitutional completeness (T1)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T1 — irreversible sentience threshold at the atomic level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Not neural complexity, molecular size, or mere order-chain elevation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Gathanpurnata — qualitative change without quantitative change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Latent intelligibility in satta actualized when particle constitution closes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When the contraction and expansion activity increases… it attains constitutional completeness, becoming a jeevan atom.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MVD, p. 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1.10.4 Awakening milestones T2 and T3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T2 — activity completeness (kriyapurnata); delusional → deific plane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T3 — conduct completeness (vyavaharpurnata); deific → divine plane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Awakening requires human body as enabling medium — enriched nervous system and imagination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Delusion confuses body with self; awakening is orbital faculties in accordance with 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1.10.4 Full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6692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Coexistence and saturation, four orders, three progressions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Completeness transitions T1–T3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Conservation and causation framing</a:t>
            </a:r>
          </a:p>
        </p:txBody>
      </p:sp>
      <p:pic>
        <p:nvPicPr>
          <p:cNvPr id="4" name="Picture 3" descr="1-madhyasth-darshan-ont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394960" cy="46054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1.10.5 Six perspectives and humane refuge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Pleasant-unpleasant, healthy-unhealthy, profit-loss — lower refuge (legitimate but insufficient)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Justice-injustice, dharma-adharma, truth-untruth — humane refuge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Nyaya regulates conduct; dharma disciplines thought; satya grounds realisation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Justice — recognise relationships, fulfil values, evaluate, mutual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Recognising relationships, fulfilling values, evaluating, and achieving mutual satisfaction is justice.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MVD, p. 311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1.10.6 Jeevan values and inward regulation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Happiness — harmony in mun and vritti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Peace — harmony in vritti and chitta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Contentment — harmony in chitta and buddhi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Bliss — harmony in buddhi and atma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Inward regulation — atma disciplines orbital faculties and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Jeevan continues to exist even after death as it does while driving a body.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JV, p.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1.11 Four senses of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Realisation Knowledge (anubhav jnan) — ontological given in all saturated units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Gyan as satta — intelligibility-ground; not a knowing subject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Realisation in coexistence — telos when relationships fulfilled and evident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Gyan udghatan — unfolding exclusive to awakened jeevan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1.11 How knowledge is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Knowledge inherent everywhere — unfolding through awakened humans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Knowledge order: knowing → believing → recognising → fulfilling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Deluded human: believing separated from knowing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Awakened human: Believe what is known; Know what is believed (MVD, p. 12)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Human is joint form of jeevan and body — knower remains jeevan, not body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1.11.3 Complete knowledge and conduct-evidence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Knowledge of jeevan, holistic view of existence, and humane conduct — inseparable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Test: Realisation – Behaviour – Experiment (MVD, p. 12)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Humane conduct verifies knowledge — not an ethical appendix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Conduct completeness (T3) evidences authentic conduct (pramanikta)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What is knowledge? Knowing and believing constitute knowledge.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JV, p. 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1.12 Conservation and the perpetual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Coexistence conservation — particulars persist through configuration change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Jeevan persistence — separate commitment from constitutional immortality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Beginningless existence — nothing arrives at birth nor departs with death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Jagat satat — the world is perpetual (MVD, p. 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That which exists continues to be, and that which was not, does not come into existence.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SB, p.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1.13 Human goals and jeevan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Jeevan goal: happiness (sukh)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Human goals: resolution, prosperity, fearlessness, coexistence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Resolution = happiness; peace with resolution and prosperity in family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Contentment through orderly society; bliss through evidencing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The goal of jeevan is happiness, and the human goal is resolution, prosperity, fearlessness, and coexistence.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JV, p. 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1.13 Undivided society and universal orderliness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Human dharma present as undivided society (akhand samaj) and universal orderliness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Four outcomes evidenced at assembly scale when justice cycle completes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Family-based self-organising order scales toward world family and world order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Overcomes sectarian consciousness toward one undivided human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599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1A1A1A"/>
                </a:solidFill>
              </a:rPr>
              <a:t>The undividedness grounded in human dharma itself is undivided society and universal orderliness.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</a:rPr>
              <a:t>SB, p. 247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1.14 Framing questions — Madhyasth Darshan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What is existence? Eternally present coexistence of satta and units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What exists? Omnipresence and real sentient and insentient units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Does it begin? No — bodies and configurations do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Does jeevan begin or end with the body? No — constitutional immortality and conservation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Is the world finally real? Yes — jagat satat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1.14 What the darshan establishes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Coherent ontology of coexistence, saturation, unit structure, and conservation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Immortal jeevan and post-death continuity — commitments within that ontology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Grounded in constitutional immortality and conservation (Sections 1.9–1.12)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Comparative testing with Advaita and modern views — in the full study, not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Existence = coexistence of Omnipresence and real units — beginningless, indestructible at the level of being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Saturation bonds ground and units; all change is unit-activity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Four orders, relationships toward completeness, regulation ladder to justice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Constitutionally complete jeevan — T1 sentience, T2–T3 awakening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Knowledge evidences in conduct; fulfilment scales to undivided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AnalyticMadhyasthDarshan.org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