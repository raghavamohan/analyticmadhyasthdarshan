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95622b937664220" /><Relationship Type="http://schemas.openxmlformats.org/officeDocument/2006/relationships/extended-properties" Target="/docProps/app.xml" Id="R05e5b6d9c92e450a" /><Relationship Type="http://schemas.openxmlformats.org/officeDocument/2006/relationships/officeDocument" Target="/ppt/presentation.xml" Id="R47f7ef2b25b1416f" /></Relationships>
</file>

<file path=ppt/presentation.xml><?xml version="1.0" encoding="utf-8"?>
<p:presentation xmlns:p="http://schemas.openxmlformats.org/presentationml/2006/main">
  <p:sldMasterIdLst>
    <p:sldMasterId xmlns:r="http://schemas.openxmlformats.org/officeDocument/2006/relationships" id="2147483648" r:id="Ra55c80fbc28f4f18"/>
  </p:sldMasterIdLst>
  <p:notesMasterIdLst>
    <p:notesMasterId xmlns:r="http://schemas.openxmlformats.org/officeDocument/2006/relationships" r:id="R7c8d086800e04eed"/>
  </p:notesMasterIdLst>
  <p:sldIdLst>
    <p:sldId xmlns:r="http://schemas.openxmlformats.org/officeDocument/2006/relationships" id="256" r:id="Ra7c73a135d554af8"/>
    <p:sldId xmlns:r="http://schemas.openxmlformats.org/officeDocument/2006/relationships" id="257" r:id="Rf15be8b3a815447c"/>
    <p:sldId xmlns:r="http://schemas.openxmlformats.org/officeDocument/2006/relationships" id="258" r:id="R94241d9980ff4d83"/>
    <p:sldId xmlns:r="http://schemas.openxmlformats.org/officeDocument/2006/relationships" id="259" r:id="Rf036a07d0b59475d"/>
    <p:sldId xmlns:r="http://schemas.openxmlformats.org/officeDocument/2006/relationships" id="260" r:id="R62651d4b5d484225"/>
    <p:sldId xmlns:r="http://schemas.openxmlformats.org/officeDocument/2006/relationships" id="261" r:id="Rca69948035de4fbd"/>
    <p:sldId xmlns:r="http://schemas.openxmlformats.org/officeDocument/2006/relationships" id="262" r:id="R4a0630db69ab44ff"/>
    <p:sldId xmlns:r="http://schemas.openxmlformats.org/officeDocument/2006/relationships" id="263" r:id="R654e14d39d904a45"/>
    <p:sldId xmlns:r="http://schemas.openxmlformats.org/officeDocument/2006/relationships" id="264" r:id="R59a4b102fc7e4662"/>
    <p:sldId xmlns:r="http://schemas.openxmlformats.org/officeDocument/2006/relationships" id="265" r:id="Ra440c393548a4a9a"/>
    <p:sldId xmlns:r="http://schemas.openxmlformats.org/officeDocument/2006/relationships" id="266" r:id="Rb139265a63db4f25"/>
    <p:sldId xmlns:r="http://schemas.openxmlformats.org/officeDocument/2006/relationships" id="267" r:id="R4ed0383cd6fb4104"/>
    <p:sldId xmlns:r="http://schemas.openxmlformats.org/officeDocument/2006/relationships" id="268" r:id="R90a16cd21cdc47a1"/>
    <p:sldId xmlns:r="http://schemas.openxmlformats.org/officeDocument/2006/relationships" id="269" r:id="R37ef4bcc8ed346c0"/>
    <p:sldId xmlns:r="http://schemas.openxmlformats.org/officeDocument/2006/relationships" id="270" r:id="R5d2e9c39c6c74833"/>
    <p:sldId xmlns:r="http://schemas.openxmlformats.org/officeDocument/2006/relationships" id="271" r:id="Rd7674d47386f4228"/>
    <p:sldId xmlns:r="http://schemas.openxmlformats.org/officeDocument/2006/relationships" id="272" r:id="Rf699686f1d77470a"/>
    <p:sldId xmlns:r="http://schemas.openxmlformats.org/officeDocument/2006/relationships" id="273" r:id="Rbf8bb594a2574885"/>
    <p:sldId xmlns:r="http://schemas.openxmlformats.org/officeDocument/2006/relationships" id="274" r:id="Recb28bc1fd9344bf"/>
    <p:sldId xmlns:r="http://schemas.openxmlformats.org/officeDocument/2006/relationships" id="275" r:id="Rc728cb4f9451495e"/>
    <p:sldId xmlns:r="http://schemas.openxmlformats.org/officeDocument/2006/relationships" id="276" r:id="Rb91598fa7b074479"/>
    <p:sldId xmlns:r="http://schemas.openxmlformats.org/officeDocument/2006/relationships" id="277" r:id="R880845b9e7b149ee"/>
    <p:sldId xmlns:r="http://schemas.openxmlformats.org/officeDocument/2006/relationships" id="278" r:id="R7838cd1e37e64014"/>
    <p:sldId xmlns:r="http://schemas.openxmlformats.org/officeDocument/2006/relationships" id="279" r:id="R56b8efe701f64579"/>
    <p:sldId xmlns:r="http://schemas.openxmlformats.org/officeDocument/2006/relationships" id="280" r:id="R2aca9b001cf9405e"/>
    <p:sldId xmlns:r="http://schemas.openxmlformats.org/officeDocument/2006/relationships" id="281" r:id="Rf82c21e1b2d64bba"/>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b4793c4c7c344eb3" /><Relationship Type="http://schemas.openxmlformats.org/officeDocument/2006/relationships/slideMaster" Target="/ppt/slideMasters/slideMaster1.xml" Id="Ra55c80fbc28f4f18" /><Relationship Type="http://schemas.openxmlformats.org/officeDocument/2006/relationships/notesMaster" Target="/ppt/notesMasters/notesMaster1.xml" Id="R7c8d086800e04eed" /><Relationship Type="http://schemas.openxmlformats.org/officeDocument/2006/relationships/presProps" Target="/ppt/presProps.xml" Id="R293fc583bb1047ad" /><Relationship Type="http://schemas.openxmlformats.org/officeDocument/2006/relationships/viewProps" Target="/ppt/viewProps.xml" Id="R5461faf2c321489f" /><Relationship Type="http://schemas.openxmlformats.org/officeDocument/2006/relationships/tableStyles" Target="/ppt/tableStyles.xml" Id="R704afa32de7e4b2e" /><Relationship Type="http://schemas.openxmlformats.org/officeDocument/2006/relationships/slide" Target="/ppt/slides/slide1.xml" Id="Ra7c73a135d554af8" /><Relationship Type="http://schemas.openxmlformats.org/officeDocument/2006/relationships/slide" Target="/ppt/slides/slide2.xml" Id="Rf15be8b3a815447c" /><Relationship Type="http://schemas.openxmlformats.org/officeDocument/2006/relationships/slide" Target="/ppt/slides/slide3.xml" Id="R94241d9980ff4d83" /><Relationship Type="http://schemas.openxmlformats.org/officeDocument/2006/relationships/slide" Target="/ppt/slides/slide4.xml" Id="Rf036a07d0b59475d" /><Relationship Type="http://schemas.openxmlformats.org/officeDocument/2006/relationships/slide" Target="/ppt/slides/slide5.xml" Id="R62651d4b5d484225" /><Relationship Type="http://schemas.openxmlformats.org/officeDocument/2006/relationships/slide" Target="/ppt/slides/slide6.xml" Id="Rca69948035de4fbd" /><Relationship Type="http://schemas.openxmlformats.org/officeDocument/2006/relationships/slide" Target="/ppt/slides/slide7.xml" Id="R4a0630db69ab44ff" /><Relationship Type="http://schemas.openxmlformats.org/officeDocument/2006/relationships/slide" Target="/ppt/slides/slide8.xml" Id="R654e14d39d904a45" /><Relationship Type="http://schemas.openxmlformats.org/officeDocument/2006/relationships/slide" Target="/ppt/slides/slide9.xml" Id="R59a4b102fc7e4662" /><Relationship Type="http://schemas.openxmlformats.org/officeDocument/2006/relationships/slide" Target="/ppt/slides/slide10.xml" Id="Ra440c393548a4a9a" /><Relationship Type="http://schemas.openxmlformats.org/officeDocument/2006/relationships/slide" Target="/ppt/slides/slide11.xml" Id="Rb139265a63db4f25" /><Relationship Type="http://schemas.openxmlformats.org/officeDocument/2006/relationships/slide" Target="/ppt/slides/slide12.xml" Id="R4ed0383cd6fb4104" /><Relationship Type="http://schemas.openxmlformats.org/officeDocument/2006/relationships/slide" Target="/ppt/slides/slide13.xml" Id="R90a16cd21cdc47a1" /><Relationship Type="http://schemas.openxmlformats.org/officeDocument/2006/relationships/slide" Target="/ppt/slides/slide14.xml" Id="R37ef4bcc8ed346c0" /><Relationship Type="http://schemas.openxmlformats.org/officeDocument/2006/relationships/slide" Target="/ppt/slides/slide15.xml" Id="R5d2e9c39c6c74833" /><Relationship Type="http://schemas.openxmlformats.org/officeDocument/2006/relationships/slide" Target="/ppt/slides/slide16.xml" Id="Rd7674d47386f4228" /><Relationship Type="http://schemas.openxmlformats.org/officeDocument/2006/relationships/slide" Target="/ppt/slides/slide17.xml" Id="Rf699686f1d77470a" /><Relationship Type="http://schemas.openxmlformats.org/officeDocument/2006/relationships/slide" Target="/ppt/slides/slide18.xml" Id="Rbf8bb594a2574885" /><Relationship Type="http://schemas.openxmlformats.org/officeDocument/2006/relationships/slide" Target="/ppt/slides/slide19.xml" Id="Recb28bc1fd9344bf" /><Relationship Type="http://schemas.openxmlformats.org/officeDocument/2006/relationships/slide" Target="/ppt/slides/slide20.xml" Id="Rc728cb4f9451495e" /><Relationship Type="http://schemas.openxmlformats.org/officeDocument/2006/relationships/slide" Target="/ppt/slides/slide21.xml" Id="Rb91598fa7b074479" /><Relationship Type="http://schemas.openxmlformats.org/officeDocument/2006/relationships/slide" Target="/ppt/slides/slide22.xml" Id="R880845b9e7b149ee" /><Relationship Type="http://schemas.openxmlformats.org/officeDocument/2006/relationships/slide" Target="/ppt/slides/slide23.xml" Id="R7838cd1e37e64014" /><Relationship Type="http://schemas.openxmlformats.org/officeDocument/2006/relationships/slide" Target="/ppt/slides/slide24.xml" Id="R56b8efe701f64579" /><Relationship Type="http://schemas.openxmlformats.org/officeDocument/2006/relationships/slide" Target="/ppt/slides/slide25.xml" Id="R2aca9b001cf9405e" /><Relationship Type="http://schemas.openxmlformats.org/officeDocument/2006/relationships/slide" Target="/ppt/slides/slide26.xml" Id="Rf82c21e1b2d64b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6272515e4b4d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ec34b8d15244fc" /><Relationship Type="http://schemas.openxmlformats.org/officeDocument/2006/relationships/notesMaster" Target="/ppt/notesMasters/notesMaster1.xml" Id="R98aaac24bb5c49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1f1e52fa6342d2" /><Relationship Type="http://schemas.openxmlformats.org/officeDocument/2006/relationships/notesMaster" Target="/ppt/notesMasters/notesMaster1.xml" Id="R691d3daf8f1241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dc76bc23bb24277" /><Relationship Type="http://schemas.openxmlformats.org/officeDocument/2006/relationships/notesMaster" Target="/ppt/notesMasters/notesMaster1.xml" Id="R216e0db21e3040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53e72991044887" /><Relationship Type="http://schemas.openxmlformats.org/officeDocument/2006/relationships/notesMaster" Target="/ppt/notesMasters/notesMaster1.xml" Id="R6cd77c2b6fb44b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fa27350f274e25" /><Relationship Type="http://schemas.openxmlformats.org/officeDocument/2006/relationships/notesMaster" Target="/ppt/notesMasters/notesMaster1.xml" Id="R0854f457e9bf42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a20c2d9b3b4516" /><Relationship Type="http://schemas.openxmlformats.org/officeDocument/2006/relationships/notesMaster" Target="/ppt/notesMasters/notesMaster1.xml" Id="R88d5933bed6746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26466808ba46b7" /><Relationship Type="http://schemas.openxmlformats.org/officeDocument/2006/relationships/notesMaster" Target="/ppt/notesMasters/notesMaster1.xml" Id="R045814b6424f4615"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3c02dad2c348ba" /><Relationship Type="http://schemas.openxmlformats.org/officeDocument/2006/relationships/notesMaster" Target="/ppt/notesMasters/notesMaster1.xml" Id="R0cf5831f327f425e" /></Relationships>
</file>

<file path=ppt/notesSlides/_rels/notesSlide9.xml.rels>&#65279;<?xml version="1.0" encoding="utf-8"?><Relationships xmlns="http://schemas.openxmlformats.org/package/2006/relationships"><Relationship Type="http://schemas.openxmlformats.org/officeDocument/2006/relationships/slide" Target="/ppt/slides/slide9.xml" Id="Rbbf2702ae9e244c6" /><Relationship Type="http://schemas.openxmlformats.org/officeDocument/2006/relationships/notesMaster" Target="/ppt/notesMasters/notesMaster1.xml" Id="R839657289f1f40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ae96490d764d92" /><Relationship Type="http://schemas.openxmlformats.org/officeDocument/2006/relationships/notesMaster" Target="/ppt/notesMasters/notesMaster1.xml" Id="R5413d2cf922a47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e2dc4df6c24784" /><Relationship Type="http://schemas.openxmlformats.org/officeDocument/2006/relationships/notesMaster" Target="/ppt/notesMasters/notesMaster1.xml" Id="R4fa47da2b06c46a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37d38604cbc4dbc" /><Relationship Type="http://schemas.openxmlformats.org/officeDocument/2006/relationships/notesMaster" Target="/ppt/notesMasters/notesMaster1.xml" Id="Rf1fff95f0e4f4db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041dacf55094888" /><Relationship Type="http://schemas.openxmlformats.org/officeDocument/2006/relationships/notesMaster" Target="/ppt/notesMasters/notesMaster1.xml" Id="Rc0fd4affef854d6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d0225ede8484460" /><Relationship Type="http://schemas.openxmlformats.org/officeDocument/2006/relationships/notesMaster" Target="/ppt/notesMasters/notesMaster1.xml" Id="R1fe6de3d1c5e4d0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09ea15d378947c4" /><Relationship Type="http://schemas.openxmlformats.org/officeDocument/2006/relationships/notesMaster" Target="/ppt/notesMasters/notesMaster1.xml" Id="R3a09ef1bd16f485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32cff0dbe7b409e" /><Relationship Type="http://schemas.openxmlformats.org/officeDocument/2006/relationships/notesMaster" Target="/ppt/notesMasters/notesMaster1.xml" Id="Rf10095b34c5f43b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61b0e040a0043d0" /><Relationship Type="http://schemas.openxmlformats.org/officeDocument/2006/relationships/notesMaster" Target="/ppt/notesMasters/notesMaster1.xml" Id="R2fed304517fa499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2d6a95d2e54c40" /><Relationship Type="http://schemas.openxmlformats.org/officeDocument/2006/relationships/notesMaster" Target="/ppt/notesMasters/notesMaster1.xml" Id="R4aa11a413b484da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a2ab6b65b834892" /><Relationship Type="http://schemas.openxmlformats.org/officeDocument/2006/relationships/notesMaster" Target="/ppt/notesMasters/notesMaster1.xml" Id="R279888674ccc40a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8230f1ab92745ac" /><Relationship Type="http://schemas.openxmlformats.org/officeDocument/2006/relationships/notesMaster" Target="/ppt/notesMasters/notesMaster1.xml" Id="Re3af10fba12e408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6f56794238541f7" /><Relationship Type="http://schemas.openxmlformats.org/officeDocument/2006/relationships/notesMaster" Target="/ppt/notesMasters/notesMaster1.xml" Id="Rf141a6facdf040d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5c93f29633749d5" /><Relationship Type="http://schemas.openxmlformats.org/officeDocument/2006/relationships/notesMaster" Target="/ppt/notesMasters/notesMaster1.xml" Id="R6a82fe98189541d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57a90d8fd8e48db" /><Relationship Type="http://schemas.openxmlformats.org/officeDocument/2006/relationships/notesMaster" Target="/ppt/notesMasters/notesMaster1.xml" Id="Ra1c138e40f9a4b5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dcc8f573a3a4885" /><Relationship Type="http://schemas.openxmlformats.org/officeDocument/2006/relationships/notesMaster" Target="/ppt/notesMasters/notesMaster1.xml" Id="R218b35838dac423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7fa16cbdac34de6" /><Relationship Type="http://schemas.openxmlformats.org/officeDocument/2006/relationships/notesMaster" Target="/ppt/notesMasters/notesMaster1.xml" Id="R3f0dd02fb5d6473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d80c8209e0145c1" /><Relationship Type="http://schemas.openxmlformats.org/officeDocument/2006/relationships/notesMaster" Target="/ppt/notesMasters/notesMaster1.xml" Id="R8cf0bfb1ec644f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Use this map as the deck’s organising view. Begin with coexistence: Omnipotence and countless units are inseparable without losing their distinction. Follow the unit-side structure through the four aspects, relationships, four orders, and two developmental lines. The body belongs to compositional progression; jeevan is the result of development in an atom. The two meet in the animal and human joint form. T1 marks sentience; T2 and T3 concern awakening and conduct in jeevan.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Saturation (samprikt) is the ever-present state of nature soaked, submerged, and surrounded in Omnipotence. Omnipotence does not push or act on units. Recognition capability, activeness, and inherent regulation are evident on the unit side. In insentient nature, mutual reflection, recognition, evaluation, and fulfilment are definite; they do not require a human observer. The sentient atom additionally knows and can evidence this coexistence consciously.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Do not present roop, guna, svabhav, and dharma as a static four-field signature. The bearer is definite: a bounded unit with constitution, state, order, and capacities. Form is real, while what another unit encounters is its definite reflection in mutual facing. Guna is the inseparable relative power or effect of the guni. Svabhav is the usefulness or essentiality of that effect according to state, motion, plane, order, and context. Dharma is inseparable innateness and fulfilment, evidenced in participation. In insentient nature these are definite. Mis-evaluation arises only in human living when jeevan, under delusion, takes the body to be the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Complementarity is actualised as value in mutuality. In material, bio, and animal orders recognition and fulfilment are definite. At the human order evaluation and error enter because jeevan can organise its faculties around body-identification. Awakening does not create new faculties; it aligns knowing, believing, recognising, and fulfilling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sentience threshold, and it is constitutional rather than neural, molecular, or a position higher on the order chain. The texts describe particle incorporation through hungry and overfull complementarity in a conducive environment; when the required constitution closes, particle count no longer increases or decreases. MVD describes a shift from molecular- and weight-bondage to hope-bondage. The point to retain is textual: the constitutionally complete atom is jeevan, has a finer mode of recognition, and does not decompose with the body.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a pranic composition and the expression medium; jeevan is the constitutionally complete sentient atom and bearer of all five faculties and ten activities. Animal bodily and brain development constrains expression. The human bodily medium can support the full range, while delusion can still make jeevan identify as the body. The body does not produce sentience, and bodily limitation is not the same as human mis-evaluation.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All five faculties and all ten activities belong to jeevan. Their presence must be distinguished from their expression and effective organisation. Animal bodies limit expression through the bodily and neural medium. Humans possess the bodily medium for the full range, but body-delusion leaves only four and a half effectively organised before awakening. Study provides understanding; practice tests, evidences, and stabilises that understanding. Practice does not manufacture dormant or missing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Read the left ladder as widening mutual context, not a progression from an isolated unit. Form is real bounded structure and is encountered through definite reflection in mutual facing. Guna is evident as effects in mutuality. Svabhav requires state, motion, plane, and order. Dharma is evidenced through whole-order fulfilment. The right ladder shows how jeevan understands and evidences these scopes. Human error belongs to deluded evaluation, not to indeterminacy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the loop: existence is eternal coexistence; definite bounded units are real bearers whose form, guna, svabhav, and dharma become evident through mutuality. Material reflection and fulfilment are definite. Jeevan is not produced by the body: animal bodily development limits expression, while human mis-evaluation arises from body-identification. Study and self-examination bring understanding; practice tests, evidences, and stabilises it in conduct rather than creating jeevan's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369b133498d4c46"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e904c9370f41a7" /><Relationship Type="http://schemas.openxmlformats.org/officeDocument/2006/relationships/slideLayout" Target="/ppt/slideLayouts/slideLayout1.xml" Id="Rb074903b30e84daf"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b074903b30e84daf"/>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b7d302c069462d" /><Relationship Type="http://schemas.openxmlformats.org/officeDocument/2006/relationships/notesSlide" Target="/ppt/notesSlides/notesSlide1.xml" Id="R1caf8fdf393649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8c64c7fec7d42f1" /><Relationship Type="http://schemas.openxmlformats.org/officeDocument/2006/relationships/notesSlide" Target="/ppt/notesSlides/notesSlide2.xml" Id="Ra95005d9456e47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d5a02bab376492f" /><Relationship Type="http://schemas.openxmlformats.org/officeDocument/2006/relationships/image" Target="/ppt/media/image.png" Id="Ree50662bd2c64574" /><Relationship Type="http://schemas.openxmlformats.org/officeDocument/2006/relationships/notesSlide" Target="/ppt/notesSlides/notesSlide3.xml" Id="R84abfe60ece44f8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10b7f8db2e24bc8" /><Relationship Type="http://schemas.openxmlformats.org/officeDocument/2006/relationships/image" Target="/ppt/media/image2.png" Id="R9592ba783c444931" /><Relationship Type="http://schemas.openxmlformats.org/officeDocument/2006/relationships/notesSlide" Target="/ppt/notesSlides/notesSlide4.xml" Id="Ra2c5ddd92dbc4f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0cbe3cc9ac47c1" /><Relationship Type="http://schemas.openxmlformats.org/officeDocument/2006/relationships/notesSlide" Target="/ppt/notesSlides/notesSlide5.xml" Id="Rbbedbd32ec4a48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501ff41fe004a9e" /><Relationship Type="http://schemas.openxmlformats.org/officeDocument/2006/relationships/image" Target="/ppt/media/image3.png" Id="R009f2c7d08ea487e" /><Relationship Type="http://schemas.openxmlformats.org/officeDocument/2006/relationships/image" Target="/ppt/media/image4.png" Id="R82de30f78aa24f2f" /><Relationship Type="http://schemas.openxmlformats.org/officeDocument/2006/relationships/image" Target="/ppt/media/image5.png" Id="R03fcc80c3b1943bd" /><Relationship Type="http://schemas.openxmlformats.org/officeDocument/2006/relationships/notesSlide" Target="/ppt/notesSlides/notesSlide6.xml" Id="R4229875bb2b243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adec9301b44404e" /><Relationship Type="http://schemas.openxmlformats.org/officeDocument/2006/relationships/notesSlide" Target="/ppt/notesSlides/notesSlide7.xml" Id="Re108f3f7460c4d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f001dc56f6847b8" /><Relationship Type="http://schemas.openxmlformats.org/officeDocument/2006/relationships/notesSlide" Target="/ppt/notesSlides/notesSlide8.xml" Id="R90c475c1e21a47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4a42825c5c3401d" /><Relationship Type="http://schemas.openxmlformats.org/officeDocument/2006/relationships/notesSlide" Target="/ppt/notesSlides/notesSlide9.xml" Id="R32cb20b2ab1546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f3444e45d7e4b42" /><Relationship Type="http://schemas.openxmlformats.org/officeDocument/2006/relationships/notesSlide" Target="/ppt/notesSlides/notesSlide10.xml" Id="R7525d5249fef46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a750bb4dae14eaf" /><Relationship Type="http://schemas.openxmlformats.org/officeDocument/2006/relationships/notesSlide" Target="/ppt/notesSlides/notesSlide11.xml" Id="R55e9af3898534ff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17b218e0e8b436b" /><Relationship Type="http://schemas.openxmlformats.org/officeDocument/2006/relationships/notesSlide" Target="/ppt/notesSlides/notesSlide12.xml" Id="R26faf70d26cd43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249cc8d33794386" /><Relationship Type="http://schemas.openxmlformats.org/officeDocument/2006/relationships/notesSlide" Target="/ppt/notesSlides/notesSlide13.xml" Id="R432b5a8764ac412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175d1f097274098" /><Relationship Type="http://schemas.openxmlformats.org/officeDocument/2006/relationships/notesSlide" Target="/ppt/notesSlides/notesSlide14.xml" Id="R62fa7a86e8c2414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41175afd0174095" /><Relationship Type="http://schemas.openxmlformats.org/officeDocument/2006/relationships/notesSlide" Target="/ppt/notesSlides/notesSlide15.xml" Id="Rc3923f7ad57e4ca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ceaf9d7caed411a" /><Relationship Type="http://schemas.openxmlformats.org/officeDocument/2006/relationships/notesSlide" Target="/ppt/notesSlides/notesSlide16.xml" Id="R17c07365128946a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ad54f620c29416f" /><Relationship Type="http://schemas.openxmlformats.org/officeDocument/2006/relationships/notesSlide" Target="/ppt/notesSlides/notesSlide17.xml" Id="Rbce5f3e3d3544bf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ebb62ceb12648d0" /><Relationship Type="http://schemas.openxmlformats.org/officeDocument/2006/relationships/notesSlide" Target="/ppt/notesSlides/notesSlide18.xml" Id="Rdab338669c8c484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51f84b4d38e4e53" /><Relationship Type="http://schemas.openxmlformats.org/officeDocument/2006/relationships/notesSlide" Target="/ppt/notesSlides/notesSlide19.xml" Id="R4473ff7aded4421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677ab5689704265" /><Relationship Type="http://schemas.openxmlformats.org/officeDocument/2006/relationships/notesSlide" Target="/ppt/notesSlides/notesSlide20.xml" Id="Rad11d17a2b7242a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1cf6681ffd54d6b" /><Relationship Type="http://schemas.openxmlformats.org/officeDocument/2006/relationships/notesSlide" Target="/ppt/notesSlides/notesSlide21.xml" Id="Rba4e768fdf6d432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b5ba9553dff4743" /><Relationship Type="http://schemas.openxmlformats.org/officeDocument/2006/relationships/notesSlide" Target="/ppt/notesSlides/notesSlide22.xml" Id="R1ba2dc3a35ca4db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c716da7a36948f2" /><Relationship Type="http://schemas.openxmlformats.org/officeDocument/2006/relationships/notesSlide" Target="/ppt/notesSlides/notesSlide23.xml" Id="R3d4df88d7df6425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5d59b4782e34984" /><Relationship Type="http://schemas.openxmlformats.org/officeDocument/2006/relationships/notesSlide" Target="/ppt/notesSlides/notesSlide24.xml" Id="R60d402fffee444b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57dfd75fd6f4923" /><Relationship Type="http://schemas.openxmlformats.org/officeDocument/2006/relationships/notesSlide" Target="/ppt/notesSlides/notesSlide25.xml" Id="Raa5931eadd3147b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2f50dc55f6642a1" /><Relationship Type="http://schemas.openxmlformats.org/officeDocument/2006/relationships/notesSlide" Target="/ppt/notesSlides/notesSlide26.xml" Id="Rb58a3e9c9f0e4723"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ee50662bd2c64574">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ee50662bd2c64574">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ee50662bd2c64574">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ee50662bd2c64574">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ee50662bd2c64574">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ee50662bd2c64574">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9592ba783c444931"/>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a:r>
            <a:r>
              <a:rPr sz="1250" b="0" i="0" u="none" cap="none">
                <a:solidFill>
                  <a:srgbClr val="5A6377"/>
                </a:solidFill>
                <a:latin typeface="Calibri"/>
                <a:ea typeface="Calibri"/>
                <a:cs typeface="Calibri"/>
              </a:rPr>
              <a:t>At the root level, nature is analysed as atomic units: a centre with orbiting parts. Compounds and bodies are composite units; body–jeevan is a joint form; families and societies are relational assemblies. These levels should not be collapsed.</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From this ever-present bond, Madhyasth Darshan ontologically entails energy-fullness, recognition capability, inherent regulation, and activity on the unit side. The texts do not state an explicit physical mechanism for this entailment.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009f2c7d08ea487e">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82de30f78aa24f2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03fcc80c3b1943bd">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This is an ontological entailment, not a proposed measurable transfer mechanism. Nor does every unit progress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relationship, and established/civic. Object values are utility and art. Thus the six named values are utility, art, jeevan, human, relationship, and established/civic.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Established/civic values articulate this fulfilment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CLASSIFICATION CROSSWALK</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Classifications, Different Questions</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Classification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Basic 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classifies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organisation, svabhav, dharma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status across T1–T3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 or 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substance · life · intellectual · experiential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scope of knowing and experience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stages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 · demon · human · divine · transcendental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These classifications answer different questions and overlap without being interchangeable. T1 separates physicochemical from sentient; T2 and T3 concern awakening and conduct.</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§1.9 · Conceptual map classification crosswalk</a:t>
            </a:r>
          </a:p>
        </p:txBody>
      </p:sp>
    </p:spTree>
    <p:extLst>
      <p:ext uri="{BB962C8B-B14F-4D97-AF65-F5344CB8AC3E}">
        <p14:creationId xmlns:p14="http://schemas.microsoft.com/office/powerpoint/2010/main" val="1131895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A constitution-oriented developing atom</a:t>
            </a:r>
            <a:r>
              <a:rPr sz="1250" b="0" i="0" u="none" cap="none">
                <a:solidFill>
                  <a:srgbClr val="5A6377"/>
                </a:solidFill>
                <a:latin typeface="Calibri"/>
                <a:ea typeface="Calibri"/>
                <a:cs typeface="Calibri"/>
              </a:rPr>
              <a:t>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Effect names the act’s reach or consequence; the text does not add a separate cosmic reward-and-punishment mechanism.</a:t>
            </a:r>
            <a:r>
              <a:rPr sz="1250" b="0" i="0" u="none" cap="none">
                <a:solidFill>
                  <a:srgbClr val="5A6377"/>
                </a:solidFill>
                <a:latin typeface="Calibri"/>
                <a:ea typeface="Calibri"/>
                <a:cs typeface="Calibri"/>
              </a:rPr>
              <a: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and Human Assembly</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Physicochemical units compose into mixtures, compounds, cells, and bodies through definite constituent relations. Human families and societies arise differently: through recognised relationships, evaluation, and mutual satisfaction.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first three are composition. Humane assemblies are relational achievements, not a further chemical tier.</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899"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901"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through five dimensions of social continuity.</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a:t>
            </a:r>
          </a:p>
        </p:txBody>
      </p:sp>
    </p:spTree>
    <p:extLst>
      <p:ext uri="{BB962C8B-B14F-4D97-AF65-F5344CB8AC3E}">
        <p14:creationId xmlns:p14="http://schemas.microsoft.com/office/powerpoint/2010/main" val="222854684"/>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2026-07-23T02:50:01.2400000Z</dcterms:created>
  <dcterms:modified xsi:type="dcterms:W3CDTF">2026-07-23T02:50:01.2400000Z</dcterms:modified>
</coreProperties>
</file>