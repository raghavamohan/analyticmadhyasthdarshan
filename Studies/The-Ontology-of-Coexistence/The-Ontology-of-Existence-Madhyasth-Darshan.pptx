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9a226058a14f9b" Type="http://schemas.openxmlformats.org/package/2006/relationships/metadata/core-properties" Target="docProps/core.xml"/><Relationship Id="R631289ebb1a54972" Type="http://schemas.openxmlformats.org/officeDocument/2006/relationships/officeDocument" Target="ppt/presentation.xml"/><Relationship Id="R8e04a235cc59434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9bb0289ef914a7d"/>
  </p:sldMasterIdLst>
  <p:notesMasterIdLst>
    <p:notesMasterId xmlns:r="http://schemas.openxmlformats.org/officeDocument/2006/relationships" r:id="Re04d1a3300924db2"/>
  </p:notesMasterIdLst>
  <p:sldIdLst>
    <p:sldId xmlns:r="http://schemas.openxmlformats.org/officeDocument/2006/relationships" id="256" r:id="R9e6536eda00144e7"/>
    <p:sldId xmlns:r="http://schemas.openxmlformats.org/officeDocument/2006/relationships" id="257" r:id="Rf76ddbaa01074479"/>
    <p:sldId xmlns:r="http://schemas.openxmlformats.org/officeDocument/2006/relationships" id="258" r:id="R16f4554795ad49bf"/>
    <p:sldId xmlns:r="http://schemas.openxmlformats.org/officeDocument/2006/relationships" id="259" r:id="R08a83617ae454b53"/>
    <p:sldId xmlns:r="http://schemas.openxmlformats.org/officeDocument/2006/relationships" id="260" r:id="Rec544795b4fd44b9"/>
    <p:sldId xmlns:r="http://schemas.openxmlformats.org/officeDocument/2006/relationships" id="261" r:id="Rc5dba0086a6d4f0a"/>
    <p:sldId xmlns:r="http://schemas.openxmlformats.org/officeDocument/2006/relationships" id="262" r:id="Rb3528f1c2b0542e7"/>
    <p:sldId xmlns:r="http://schemas.openxmlformats.org/officeDocument/2006/relationships" id="263" r:id="Rdf430edcdf8c4c7b"/>
    <p:sldId xmlns:r="http://schemas.openxmlformats.org/officeDocument/2006/relationships" id="264" r:id="R2bfd8ef300f84303"/>
    <p:sldId xmlns:r="http://schemas.openxmlformats.org/officeDocument/2006/relationships" id="265" r:id="R70b4d4f668624d32"/>
    <p:sldId xmlns:r="http://schemas.openxmlformats.org/officeDocument/2006/relationships" id="266" r:id="R15c4811db8db4af7"/>
    <p:sldId xmlns:r="http://schemas.openxmlformats.org/officeDocument/2006/relationships" id="267" r:id="R2303327d17b0474d"/>
    <p:sldId xmlns:r="http://schemas.openxmlformats.org/officeDocument/2006/relationships" id="268" r:id="R3ad503f37e33485e"/>
    <p:sldId xmlns:r="http://schemas.openxmlformats.org/officeDocument/2006/relationships" id="269" r:id="R804308cb906d4b3b"/>
    <p:sldId xmlns:r="http://schemas.openxmlformats.org/officeDocument/2006/relationships" id="270" r:id="Rb18964d791fc47a3"/>
    <p:sldId xmlns:r="http://schemas.openxmlformats.org/officeDocument/2006/relationships" id="271" r:id="Ra3cc3f6f28864d7d"/>
    <p:sldId xmlns:r="http://schemas.openxmlformats.org/officeDocument/2006/relationships" id="272" r:id="R288570690c0c4146"/>
    <p:sldId xmlns:r="http://schemas.openxmlformats.org/officeDocument/2006/relationships" id="273" r:id="Raa9afacfa71843bb"/>
    <p:sldId xmlns:r="http://schemas.openxmlformats.org/officeDocument/2006/relationships" id="274" r:id="R7ffc4e4ccaff4191"/>
    <p:sldId xmlns:r="http://schemas.openxmlformats.org/officeDocument/2006/relationships" id="275" r:id="R57f6c0ae66c045cc"/>
    <p:sldId xmlns:r="http://schemas.openxmlformats.org/officeDocument/2006/relationships" id="276" r:id="R0a144d2a29204b72"/>
    <p:sldId xmlns:r="http://schemas.openxmlformats.org/officeDocument/2006/relationships" id="277" r:id="Rabe98989449740d8"/>
    <p:sldId xmlns:r="http://schemas.openxmlformats.org/officeDocument/2006/relationships" id="278" r:id="R663600f2715b424b"/>
    <p:sldId xmlns:r="http://schemas.openxmlformats.org/officeDocument/2006/relationships" id="279" r:id="R96f897ace9bc4afb"/>
    <p:sldId xmlns:r="http://schemas.openxmlformats.org/officeDocument/2006/relationships" id="280" r:id="R1213c328788d4229"/>
    <p:sldId xmlns:r="http://schemas.openxmlformats.org/officeDocument/2006/relationships" id="281" r:id="Rf16a6e1aacd4450c"/>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8a83617ae454b53" Type="http://schemas.openxmlformats.org/officeDocument/2006/relationships/slide" Target="slides/slide4.xml"/><Relationship Id="R09f0650515b04502" Type="http://schemas.openxmlformats.org/officeDocument/2006/relationships/theme" Target="theme/theme1.xml"/><Relationship Id="R0a144d2a29204b72" Type="http://schemas.openxmlformats.org/officeDocument/2006/relationships/slide" Target="slides/slide21.xml"/><Relationship Id="R1213c328788d4229" Type="http://schemas.openxmlformats.org/officeDocument/2006/relationships/slide" Target="slides/slide25.xml"/><Relationship Id="R15c4811db8db4af7" Type="http://schemas.openxmlformats.org/officeDocument/2006/relationships/slide" Target="slides/slide11.xml"/><Relationship Id="R16f4554795ad49bf" Type="http://schemas.openxmlformats.org/officeDocument/2006/relationships/slide" Target="slides/slide3.xml"/><Relationship Id="R2303327d17b0474d" Type="http://schemas.openxmlformats.org/officeDocument/2006/relationships/slide" Target="slides/slide12.xml"/><Relationship Id="R288570690c0c4146" Type="http://schemas.openxmlformats.org/officeDocument/2006/relationships/slide" Target="slides/slide17.xml"/><Relationship Id="R2bfd8ef300f84303" Type="http://schemas.openxmlformats.org/officeDocument/2006/relationships/slide" Target="slides/slide9.xml"/><Relationship Id="R3ad503f37e33485e" Type="http://schemas.openxmlformats.org/officeDocument/2006/relationships/slide" Target="slides/slide13.xml"/><Relationship Id="R57f6c0ae66c045cc" Type="http://schemas.openxmlformats.org/officeDocument/2006/relationships/slide" Target="slides/slide20.xml"/><Relationship Id="R5b2d989c52ee4a5c" Type="http://schemas.openxmlformats.org/officeDocument/2006/relationships/viewProps" Target="viewProps.xml"/><Relationship Id="R663600f2715b424b" Type="http://schemas.openxmlformats.org/officeDocument/2006/relationships/slide" Target="slides/slide23.xml"/><Relationship Id="R70b4d4f668624d32" Type="http://schemas.openxmlformats.org/officeDocument/2006/relationships/slide" Target="slides/slide10.xml"/><Relationship Id="R7ffc4e4ccaff4191" Type="http://schemas.openxmlformats.org/officeDocument/2006/relationships/slide" Target="slides/slide19.xml"/><Relationship Id="R804308cb906d4b3b" Type="http://schemas.openxmlformats.org/officeDocument/2006/relationships/slide" Target="slides/slide14.xml"/><Relationship Id="R91adafa22a33423a" Type="http://schemas.openxmlformats.org/officeDocument/2006/relationships/tableStyles" Target="tableStyles.xml"/><Relationship Id="R96f897ace9bc4afb" Type="http://schemas.openxmlformats.org/officeDocument/2006/relationships/slide" Target="slides/slide24.xml"/><Relationship Id="R9e6536eda00144e7" Type="http://schemas.openxmlformats.org/officeDocument/2006/relationships/slide" Target="slides/slide1.xml"/><Relationship Id="Ra3cc3f6f28864d7d" Type="http://schemas.openxmlformats.org/officeDocument/2006/relationships/slide" Target="slides/slide16.xml"/><Relationship Id="Raa9afacfa71843bb" Type="http://schemas.openxmlformats.org/officeDocument/2006/relationships/slide" Target="slides/slide18.xml"/><Relationship Id="Rabe98989449740d8" Type="http://schemas.openxmlformats.org/officeDocument/2006/relationships/slide" Target="slides/slide22.xml"/><Relationship Id="Rb18964d791fc47a3" Type="http://schemas.openxmlformats.org/officeDocument/2006/relationships/slide" Target="slides/slide15.xml"/><Relationship Id="Rb3528f1c2b0542e7" Type="http://schemas.openxmlformats.org/officeDocument/2006/relationships/slide" Target="slides/slide7.xml"/><Relationship Id="Rb9bb0289ef914a7d" Type="http://schemas.openxmlformats.org/officeDocument/2006/relationships/slideMaster" Target="slideMasters/slideMaster1.xml"/><Relationship Id="Rc5dba0086a6d4f0a" Type="http://schemas.openxmlformats.org/officeDocument/2006/relationships/slide" Target="slides/slide6.xml"/><Relationship Id="Rdea75d5655d34dec" Type="http://schemas.openxmlformats.org/officeDocument/2006/relationships/presProps" Target="presProps.xml"/><Relationship Id="Rdf430edcdf8c4c7b" Type="http://schemas.openxmlformats.org/officeDocument/2006/relationships/slide" Target="slides/slide8.xml"/><Relationship Id="Re04d1a3300924db2" Type="http://schemas.openxmlformats.org/officeDocument/2006/relationships/notesMaster" Target="notesMasters/notesMaster1.xml"/><Relationship Id="Rec544795b4fd44b9" Type="http://schemas.openxmlformats.org/officeDocument/2006/relationships/slide" Target="slides/slide5.xml"/><Relationship Id="Rf16a6e1aacd4450c" Type="http://schemas.openxmlformats.org/officeDocument/2006/relationships/slide" Target="slides/slide26.xml"/><Relationship Id="Rf76ddbaa0107447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38df7a74ae9b4c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d274a3502bb4c4f" Type="http://schemas.openxmlformats.org/officeDocument/2006/relationships/notesMaster" Target="../notesMasters/notesMaster1.xml"/><Relationship Id="Rbb0ad16afa364c7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cc041cbd3a14070" Type="http://schemas.openxmlformats.org/officeDocument/2006/relationships/notesMaster" Target="../notesMasters/notesMaster1.xml"/><Relationship Id="R9df12e2fa02f4d5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04fc047e2294fb1" Type="http://schemas.openxmlformats.org/officeDocument/2006/relationships/notesMaster" Target="../notesMasters/notesMaster1.xml"/><Relationship Id="Rba1789702074459b"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10b3e7b968747c8" Type="http://schemas.openxmlformats.org/officeDocument/2006/relationships/slide" Target="../slides/slide4.xml"/><Relationship Id="Rdd3f5deac7f0418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33d8795c08e452f" Type="http://schemas.openxmlformats.org/officeDocument/2006/relationships/notesMaster" Target="../notesMasters/notesMaster1.xml"/><Relationship Id="R87ced5fffc4446f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6d074a974284cc6" Type="http://schemas.openxmlformats.org/officeDocument/2006/relationships/slide" Target="../slides/slide6.xml"/><Relationship Id="R1c62b3af6b5e41e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71b84909bd14b52" Type="http://schemas.openxmlformats.org/officeDocument/2006/relationships/slide" Target="../slides/slide7.xml"/><Relationship Id="Rb98b1a2de1be416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0b876b2c76c4bc2" Type="http://schemas.openxmlformats.org/officeDocument/2006/relationships/slide" Target="../slides/slide8.xml"/><Relationship Id="R2f95dd43f9da45f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f2ce4ad4b094f15" Type="http://schemas.openxmlformats.org/officeDocument/2006/relationships/notesMaster" Target="../notesMasters/notesMaster1.xml"/><Relationship Id="Rce9124634476495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aed983d7d9947c3" Type="http://schemas.openxmlformats.org/officeDocument/2006/relationships/slide" Target="../slides/slide10.xml"/><Relationship Id="Rb9cb84fe21a94d1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f5ff876e3ee4731" Type="http://schemas.openxmlformats.org/officeDocument/2006/relationships/slide" Target="../slides/slide11.xml"/><Relationship Id="Rd44df243f573486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8b5466982654b48" Type="http://schemas.openxmlformats.org/officeDocument/2006/relationships/notesMaster" Target="../notesMasters/notesMaster1.xml"/><Relationship Id="Rb42976922348442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8ff0245306114951" Type="http://schemas.openxmlformats.org/officeDocument/2006/relationships/notesMaster" Target="../notesMasters/notesMaster1.xml"/><Relationship Id="Re93cd98183d346bf"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7c04c87009042e4" Type="http://schemas.openxmlformats.org/officeDocument/2006/relationships/notesMaster" Target="../notesMasters/notesMaster1.xml"/><Relationship Id="R53718d6182bc41e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ae7b43190e644836" Type="http://schemas.openxmlformats.org/officeDocument/2006/relationships/notesMaster" Target="../notesMasters/notesMaster1.xml"/><Relationship Id="Rc0a5327a897f4b2e"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9136345d4a84fe5" Type="http://schemas.openxmlformats.org/officeDocument/2006/relationships/notesMaster" Target="../notesMasters/notesMaster1.xml"/><Relationship Id="R89d35c0923754c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22943f256144865" Type="http://schemas.openxmlformats.org/officeDocument/2006/relationships/slide" Target="../slides/slide17.xml"/><Relationship Id="Rd2e050ce8059405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57184ca90a64f54" Type="http://schemas.openxmlformats.org/officeDocument/2006/relationships/slide" Target="../slides/slide18.xml"/><Relationship Id="R6129d9fd09f249f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ca93d83a329b4caa" Type="http://schemas.openxmlformats.org/officeDocument/2006/relationships/notesMaster" Target="../notesMasters/notesMaster1.xml"/><Relationship Id="Rec6a005f8e2e4c4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9ff0d865c344c72" Type="http://schemas.openxmlformats.org/officeDocument/2006/relationships/slide" Target="../slides/slide20.xml"/><Relationship Id="R649bbec6c9d349f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6661a86df7547d8" Type="http://schemas.openxmlformats.org/officeDocument/2006/relationships/notesMaster" Target="../notesMasters/notesMaster1.xml"/><Relationship Id="Ra0611f2c54e24d95"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2a83107e4f04b3f" Type="http://schemas.openxmlformats.org/officeDocument/2006/relationships/notesMaster" Target="../notesMasters/notesMaster1.xml"/><Relationship Id="R8b938c7a5d304cb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3058a6ba35be4653" Type="http://schemas.openxmlformats.org/officeDocument/2006/relationships/slide" Target="../slides/slide23.xml"/><Relationship Id="Rc877b402e6e940c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30eca9b92ed45af" Type="http://schemas.openxmlformats.org/officeDocument/2006/relationships/notesMaster" Target="../notesMasters/notesMaster1.xml"/><Relationship Id="R81e5a4bf8d9c4b6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494d869b79f47df" Type="http://schemas.openxmlformats.org/officeDocument/2006/relationships/notesMaster" Target="../notesMasters/notesMaster1.xml"/><Relationship Id="Ra3463da3760e45b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d1c47b3744148c5" Type="http://schemas.openxmlformats.org/officeDocument/2006/relationships/slide" Target="../slides/slide26.xml"/><Relationship Id="Rbfd180e62bee4618"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The slides sometimes print Omnipotence for that ground; I will usually say Omnipresence. Same reality; different English labels in the translations.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Each unit has a definite form, capacities, a way of participating among others, and an inseparable innateness. These show up in mutual relations across four orders of nature.</a:t>
            </a:r>
          </a:p>
          <a:p xmlns:a="http://schemas.openxmlformats.org/drawingml/2006/main">
            <a:r>
              <a:t>Second: how development proceeds along two lines that must not be collapsed. One line builds larger configurations — particles, molecules, cells, bodies. The other is development in an atom that can become a complete sentient unit. Across both, activity is effort, motion, and result together — not three separate steps.</a:t>
            </a:r>
          </a:p>
          <a:p xmlns:a="http://schemas.openxmlformats.org/drawingml/2006/main">
            <a:r>
              <a:t>Third: how sentient living becomes awakened conduct — the human as a joint form of body and sentient unit; evaluation; realisation; and participation in humane order.</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non-transforming, immeasurable. Actionless energy: it performs no actions, yet every unit is energised, regulated, and conserved in it. There is no place where it is absent.</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are ground and units related? Through saturation: every formful unit is soaked, submerged, and surrounded in Omnipresence.</a:t>
            </a:r>
          </a:p>
          <a:p xmlns:a="http://schemas.openxmlformats.org/drawingml/2006/main">
            <a:r>
              <a:t>From that ever-present bond, three endowments show on the unit side.</a:t>
            </a:r>
          </a:p>
          <a:p xmlns:a="http://schemas.openxmlformats.org/drawingml/2006/main">
            <a:r>
              <a:t>First, recognition capability. Complementarity is given in coexistence; it is not invented by us. Even in non-sentient nature, units respond to one another definitely — no human observer required.</a:t>
            </a:r>
          </a:p>
          <a:p xmlns:a="http://schemas.openxmlformats.org/drawingml/2006/main">
            <a:r>
              <a:t>Second, activeness. Unit plus energy fullness equals activeness. Inherent energy and basic impulsion appear as effort, motion, and result together.</a:t>
            </a:r>
          </a:p>
          <a:p xmlns:a="http://schemas.openxmlformats.org/drawingml/2006/main">
            <a:r>
              <a:t>Third, inherent regulation — orderliness from within participation in coexistence; mediative and conserving, not a statute from outside.</a:t>
            </a:r>
          </a:p>
          <a:p xmlns:a="http://schemas.openxmlformats.org/drawingml/2006/main">
            <a:r>
              <a:t>Please hear the caution: this is a claim about what existence is like, not a proposed laboratory transfer mechanism. And not every unit progresses to sentient completeness. The ground does not push units from outside.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not a static checklist pasted onto things, but how a definite bearer shows up in the world.</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capacities and relative effects. In the peepal: nutrition, growth, repair, seed production, degeneration under definite conditions.</a:t>
            </a:r>
          </a:p>
          <a:p xmlns:a="http://schemas.openxmlformats.org/drawingml/2006/main">
            <a:r>
              <a:t>Essential nature is usefulness in context: vitalising while the living organisation holds; devitalising when it breaks down.</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Form is real; what another unit encounters is its definite presentation in mutual facing. In non-sentient nature these aspects are definite. Misreading arises mainly in human living, when the sentient unit mistakes the body for the self.</a:t>
            </a:r>
          </a:p>
          <a:p xmlns:a="http://schemas.openxmlformats.org/drawingml/2006/main">
            <a:r>
              <a:t>And notice: the tree as a composite can die while its material constituents persist.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Nothing is isolated — that is the principle.</a:t>
            </a:r>
          </a:p>
          <a:p xmlns:a="http://schemas.openxmlformats.org/drawingml/2006/main">
            <a:r>
              <a:t>Existence holds relations between units, and in those relations complementarity becomes value in mutuality. In material, plant, and animal orders, recognition and fulfilment are definite. At the human order, evaluation can err when the body is mistaken for the self.</a:t>
            </a:r>
          </a:p>
          <a:p xmlns:a="http://schemas.openxmlformats.org/drawingml/2006/main">
            <a:r>
              <a:t>Two kinds of mutuality matter. A relationship is mutuality whose expectations are definite in the completeness of the bond — parent and child. An association or contact is mutuality where expectations are voluntary — neighbours who share a wall.</a:t>
            </a:r>
          </a:p>
          <a:p xmlns:a="http://schemas.openxmlformats.org/drawingml/2006/main">
            <a:r>
              <a:t>The slide groups values into families: object values such as utility and art; then values that presuppose sentient living — inner harmonies, human values, relationship values, and civic or established values.</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distinguishes two developments that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Nature saturated in the ground is oriented for development and awakening until realisation. Development pervades nature; awakening occurs in the sentient. Non-sentient units participate by composing bodies and environments without each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Now we name three milestones — T1, T2, and T3.</a:t>
            </a:r>
          </a:p>
          <a:p xmlns:a="http://schemas.openxmlformats.org/drawingml/2006/main">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One short caution, then we move on.</a:t>
            </a:r>
          </a:p>
          <a:p xmlns:a="http://schemas.openxmlformats.org/drawingml/2006/main">
            <a:r>
              <a:t>This tradition uses several overlapping lists — orders of nature, developmental statuses, scopes of knowing, and types of human orientation. They answer different questions. Do not equate them.</a:t>
            </a:r>
          </a:p>
          <a:p xmlns:a="http://schemas.openxmlformats.org/drawingml/2006/main">
            <a:r>
              <a:t>In particular: the human order is not the same thing as the highest developmental status. One human order can span more than one status. Sentience arrives at T1; awakening and conduct are T2 and 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hinge: where sentience enters.</a:t>
            </a:r>
          </a:p>
          <a:p xmlns:a="http://schemas.openxmlformats.org/drawingml/2006/main">
            <a:r>
              <a:t>It is constitutional completeness at the atomic level — not neural complexity, not molecular size, and not merely climbing the order chain.</a:t>
            </a:r>
          </a:p>
          <a:p xmlns:a="http://schemas.openxmlformats.org/drawingml/2006/main">
            <a:r>
              <a:t>The texts describe a developing atom that incorporates particles — complementary “hungry” and “overfull” completions — in a suitable environment. When the required constitution closes, particle count no longer increases or decreases.</a:t>
            </a:r>
          </a:p>
          <a:p xmlns:a="http://schemas.openxmlformats.org/drawingml/2006/main">
            <a:r>
              <a:t>Before T1: still changing structure and particle count; non-sentient radiance and projection. After T1: released from molecular and weight bondage, carried by hope; a finer mode of recognition as the sentient unit.</a:t>
            </a:r>
          </a:p>
          <a:p xmlns:a="http://schemas.openxmlformats.org/drawingml/2006/main">
            <a:r>
              <a:t>T1 is irreversible because the completed constitution no longer decomposes. That is the textual basis for continuity of the knower beyond a particular body.</a:t>
            </a:r>
          </a:p>
          <a:p xmlns:a="http://schemas.openxmlformats.org/drawingml/2006/main">
            <a:r>
              <a:t>I want to be plain: this is an ontological account. No accepted empirical procedure currently identifies the threshold. We will return to that honesty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brain, physical expression; decomposable.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sentient unit — jeevan — is a constitutionally complete atom.</a:t>
            </a:r>
          </a:p>
          <a:p xmlns:a="http://schemas.openxmlformats.org/drawingml/2006/main">
            <a:r>
              <a:t>Structurally, the centre is the core self. Around it: resolve, desire, thought, and hope — the texts’ buddhi, chitta, vritti, and mun.</a:t>
            </a:r>
          </a:p>
          <a:p xmlns:a="http://schemas.openxmlformats.org/drawingml/2006/main">
            <a:r>
              <a:t>Each works outward and inward. Hope selects and tastes. Thought analyses and deliberates. Desire visualises and contemplates. Resolve resolves and receives clear understanding. The core self authenticates and realises.</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brief structural note on intentional activity — what this text calls karma. Please hear it in this technical sense, not as a popular cosmic reward-and-punishment story.</a:t>
            </a:r>
          </a:p>
          <a:p xmlns:a="http://schemas.openxmlformats.org/drawingml/2006/main">
            <a:r>
              <a:t>Every activity done with desire has five limbs: doer, cause, objective, result, and effect. Effect means the act’s reach or consequence — not a separate ledger of destiny on this slide.</a:t>
            </a:r>
          </a:p>
          <a:p xmlns:a="http://schemas.openxmlformats.org/drawingml/2006/main">
            <a:r>
              <a:t>Desire is the aspiration. Karma here is the doing — activity together with aspiration. Result is the fruit. Desire, doing, and result must balance for the desire to be truly accomplished.</a:t>
            </a:r>
          </a:p>
          <a:p xmlns:a="http://schemas.openxmlformats.org/drawingml/2006/main">
            <a:r>
              <a:t>Understanding alone changes nothing. Doing yields the fruit. Book knowledge is half the work.</a:t>
            </a:r>
          </a:p>
          <a:p xmlns:a="http://schemas.openxmlformats.org/drawingml/2006/main">
            <a:r>
              <a:t>Hold this beside the earlier triad of effort, motion, and result. This is the desire-laden framing of activity in sentient living. Later we will see how desire and doing are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Evidenced outwardly, these support resolution, prosperity, fearlessness, and coexistence in human living.</a:t>
            </a:r>
          </a:p>
          <a:p xmlns:a="http://schemas.openxmlformats.org/drawingml/2006/main">
            <a:r>
              <a:t>The living cycle is: reflection feeds projection, and projection feeds deeper reflection — that is what living means here. Continuous happiness is harmony evidenced in resolved living, not a sensory spike.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Composition is not the same as the developmental line that produces sentience.</a:t>
            </a:r>
          </a:p>
          <a:p xmlns:a="http://schemas.openxmlformats.org/drawingml/2006/main">
            <a:r>
              <a:t>Physicochemical units compose into mixtures, compounds, cells, and bodies through definite constituent relations. Human families and societies arise differently: through recognised relationships, evaluation, and mutual satisfaction.</a:t>
            </a:r>
          </a:p>
          <a:p xmlns:a="http://schemas.openxmlformats.org/drawingml/2006/main">
            <a:r>
              <a:t>In a mixture, components stay side by side — no new unit. In a compound, definite proportion yields a new bounded unit with its own form and capacities in mutuality.</a:t>
            </a:r>
          </a:p>
          <a:p xmlns:a="http://schemas.openxmlformats.org/drawingml/2006/main">
            <a:r>
              <a:t>Particles to molecules to cells and bodies is composition. Humane assemblies are relational achievements, not a further chemical tier. Sentience arrives only when an atom reaches constitutional completeness. Non-sentient assemblies persist or decline according to whether constituent relationships are fulfilled.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name Madhyasth.</a:t>
            </a:r>
          </a:p>
          <a:p xmlns:a="http://schemas.openxmlformats.org/drawingml/2006/main">
            <a:r>
              <a:t>Orderliness is self-regulation inherent in saturated units — not dispensed by a cosmic governor. That mediative regulation, which regulates and conserves every unit, gives the darshan its name.</a:t>
            </a:r>
          </a:p>
          <a:p xmlns:a="http://schemas.openxmlformats.org/drawingml/2006/main">
            <a:r>
              <a:t>Conformance has order-specific modes. Material: structural or result conformance. Bio: seed-conformance. Animal: species-conformance, inherited from gestation. Human: learned conformance through understanding.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xmlns:a="http://schemas.openxmlformats.org/drawingml/2006/main">
            <a:r>
              <a:t>The ladders meet at the top: coexistence known and lived is felt as bliss. Human error belongs to confused evaluation, not to fuzziness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T1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T1, the unit–body interface, or post-body reassociation.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faculties. In human living they answer one practical question — what makes me happy? — by organising in one of two ways.</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is bliss. Truth itself is abundance — coexistence; realisation of abundance is bliss; bliss is the living of the sentient unit. What is realised is the ground the unit was always saturated in.</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comes to rest in awakened human beings — effort settled, understanding proven in daily conduct, and carried as a tradition.</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dimensions of continuity carry the tradition: education and formative culture; justice and preservation; health and restraint; production and work; exchange and storage.</a:t>
            </a:r>
          </a:p>
          <a:p xmlns:a="http://schemas.openxmlformats.org/drawingml/2006/main">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T1.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0c55243afd4fa6"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2d98eee85044c16" Type="http://schemas.openxmlformats.org/officeDocument/2006/relationships/theme" Target="theme/theme2.xml"/><Relationship Id="Rfbe447850c1b4458"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be447850c1b445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f356ad71c37b44ed" Type="http://schemas.openxmlformats.org/officeDocument/2006/relationships/notesSlide" Target="../notesSlides/notesSlide1.xml"/><Relationship Id="Rf6d71d3f977e479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73e8f36c95904ad3" Type="http://schemas.openxmlformats.org/officeDocument/2006/relationships/notesSlide" Target="../notesSlides/notesSlide2.xml"/><Relationship Id="R7e318898b5434dc8"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a332cc18804fca" Type="http://schemas.openxmlformats.org/officeDocument/2006/relationships/notesSlide" Target="../notesSlides/notesSlide3.xml"/><Relationship Id="R38ee44a0fea7465d" Type="http://schemas.openxmlformats.org/officeDocument/2006/relationships/slideLayout" Target="../slideLayouts/slideLayout1.xml"/><Relationship Id="R88075c53ad06497a" Type="http://schemas.openxmlformats.org/officeDocument/2006/relationships/image" Target="../media/image.png"/></Relationships>
</file>

<file path=ppt/slides/_rels/slide4.xml.rels><?xml version='1.0' encoding='UTF-8' standalone='yes'?>
<Relationships xmlns="http://schemas.openxmlformats.org/package/2006/relationships"><Relationship Id="R40a95109814b47bb" Type="http://schemas.openxmlformats.org/officeDocument/2006/relationships/notesSlide" Target="../notesSlides/notesSlide4.xml"/><Relationship Id="R93b96b4631b84ad7" Type="http://schemas.openxmlformats.org/officeDocument/2006/relationships/slideLayout" Target="../slideLayouts/slideLayout1.xml"/><Relationship Id="Rcf6635e90225442b" Type="http://schemas.openxmlformats.org/officeDocument/2006/relationships/image" Target="../media/image2.png"/></Relationships>
</file>

<file path=ppt/slides/_rels/slide5.xml.rels><?xml version='1.0' encoding='UTF-8' standalone='yes'?>
<Relationships xmlns="http://schemas.openxmlformats.org/package/2006/relationships"><Relationship Id="R5c9e4bff839147d7" Type="http://schemas.openxmlformats.org/officeDocument/2006/relationships/notesSlide" Target="../notesSlides/notesSlide5.xml"/><Relationship Id="Ree168a48054a47c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0139d309b86a42f9" Type="http://schemas.openxmlformats.org/officeDocument/2006/relationships/slideLayout" Target="../slideLayouts/slideLayout1.xml"/><Relationship Id="Rc13c5b795fec4c49" Type="http://schemas.openxmlformats.org/officeDocument/2006/relationships/notesSlide" Target="../notesSlides/notesSlide6.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s>
</file>

<file path=ppt/slides/_rels/slide7.xml.rels><?xml version='1.0' encoding='UTF-8' standalone='yes'?>
<Relationships xmlns="http://schemas.openxmlformats.org/package/2006/relationships"><Relationship Id="R16535ddee8df4731" Type="http://schemas.openxmlformats.org/officeDocument/2006/relationships/slideLayout" Target="../slideLayouts/slideLayout1.xml"/><Relationship Id="R7bc233cac8d64e6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9482716829964fae" Type="http://schemas.openxmlformats.org/officeDocument/2006/relationships/notesSlide" Target="../notesSlides/notesSlide8.xml"/><Relationship Id="Re870b8b7b8be479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76be7cf372c14c7c" Type="http://schemas.openxmlformats.org/officeDocument/2006/relationships/notesSlide" Target="../notesSlides/notesSlide9.xml"/><Relationship Id="R986ee9c211cd4bc5"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4cdbaa5bd77f4463" Type="http://schemas.openxmlformats.org/officeDocument/2006/relationships/slideLayout" Target="../slideLayouts/slideLayout1.xml"/><Relationship Id="Ra1b0e53605774d0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4e180e7df254b9e" Type="http://schemas.openxmlformats.org/officeDocument/2006/relationships/slideLayout" Target="../slideLayouts/slideLayout1.xml"/><Relationship Id="Rbd4fbc2be7594b2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8c40de2551f4400" Type="http://schemas.openxmlformats.org/officeDocument/2006/relationships/notesSlide" Target="../notesSlides/notesSlide12.xml"/><Relationship Id="R8cc4d7312e8c47f6"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9a48e264f244dd3" Type="http://schemas.openxmlformats.org/officeDocument/2006/relationships/slideLayout" Target="../slideLayouts/slideLayout1.xml"/><Relationship Id="Radd416f7348c412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71dc3602b5c4bfe" Type="http://schemas.openxmlformats.org/officeDocument/2006/relationships/slideLayout" Target="../slideLayouts/slideLayout1.xml"/><Relationship Id="Re8d9b87508984cf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a35de793e2946f2" Type="http://schemas.openxmlformats.org/officeDocument/2006/relationships/notesSlide" Target="../notesSlides/notesSlide15.xml"/><Relationship Id="R2d0a3a6297de4b9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383becbe0364472" Type="http://schemas.openxmlformats.org/officeDocument/2006/relationships/slideLayout" Target="../slideLayouts/slideLayout1.xml"/><Relationship Id="R662a917898a7437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6643ab7ce3864161" Type="http://schemas.openxmlformats.org/officeDocument/2006/relationships/notesSlide" Target="../notesSlides/notesSlide17.xml"/><Relationship Id="R9f467c4a9eb2481d"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884e92801fc4e80" Type="http://schemas.openxmlformats.org/officeDocument/2006/relationships/notesSlide" Target="../notesSlides/notesSlide18.xml"/><Relationship Id="R6beff98299a1454b"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6ce0f95b4a0e4515" Type="http://schemas.openxmlformats.org/officeDocument/2006/relationships/slideLayout" Target="../slideLayouts/slideLayout1.xml"/><Relationship Id="Rd1260cb246cc4c0c"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bdf28f1bbfa54624" Type="http://schemas.openxmlformats.org/officeDocument/2006/relationships/notesSlide" Target="../notesSlides/notesSlide20.xml"/><Relationship Id="Rc3f4fdd9193f43e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a60c2d5663b44e1" Type="http://schemas.openxmlformats.org/officeDocument/2006/relationships/slideLayout" Target="../slideLayouts/slideLayout1.xml"/><Relationship Id="R2ade3001728645de"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55b303a4c6448b7" Type="http://schemas.openxmlformats.org/officeDocument/2006/relationships/slideLayout" Target="../slideLayouts/slideLayout1.xml"/><Relationship Id="Rbfee4ed8e23645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3a10034c264630" Type="http://schemas.openxmlformats.org/officeDocument/2006/relationships/slideLayout" Target="../slideLayouts/slideLayout1.xml"/><Relationship Id="Re5c415eaa8144a8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6944b22458b43c7" Type="http://schemas.openxmlformats.org/officeDocument/2006/relationships/notesSlide" Target="../notesSlides/notesSlide24.xml"/><Relationship Id="Rbb9073f2fa694137"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68a65b4f3ae24d79" Type="http://schemas.openxmlformats.org/officeDocument/2006/relationships/slideLayout" Target="../slideLayouts/slideLayout1.xml"/><Relationship Id="Recbfbce180cc456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015795aefe7f4d8a" Type="http://schemas.openxmlformats.org/officeDocument/2006/relationships/slideLayout" Target="../slideLayouts/slideLayout1.xml"/><Relationship Id="R900fed419a8245f9"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cf6635e90225442b"/>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62"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64"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2026-07-23T03:08:05.8890000Z</dcterms:created>
  <dcterms:modified xsi:type="dcterms:W3CDTF">2026-07-23T03:08:05.8890000Z</dcterms:modified>
</coreProperties>
</file>