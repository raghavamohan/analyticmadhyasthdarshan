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27.xml"/><Relationship Id="rId40"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asks a question that ordinary economics rarely asks: why do human economies, unlike every other order of nature, fail to reach balance? And what would an economy look like that gives human labour its true value, judged by the usefulness it establishes, rather than by scarcity, accumulation and price?</a:t>
            </a:r>
          </a:p>
          <a:p/>
          <a:p>
            <a:r>
              <a:t>The study's principal source is Avartansheel Arthshastra, Shri A. Nagraj's treatise on cyclical economics, read through the project's working English translation. It draws as well on Madhyasth Darshan, Jeevan Vidya, Samadhanatmak Bhautikvad, Karm Darshan, Janvad and Adhyatmvad, and it compares the darshan's account with classical, Marxian, marginalist, institutional, ecological and Gandhian economics, with Indian and Advaita teaching on desire, and with the sciences of satiation and natural limits.</a:t>
            </a:r>
          </a:p>
          <a:p/>
          <a:p>
            <a:r>
              <a:t>The deck follows the study in five parts: balance in nature and in the body; the source of insatiability and the genealogy of money and profit; cyclical economics; comparison with economic traditions and the sciences; and why intelligent systems and multi-level AI agents across the ten-tier order are needed to accelerate transition and keep the cycle in balance, while leaving normative judgement to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behave differently. They extract more each generation, accumulate wealth that no one can use, and treat a continuing rise in consumption as the measure of success. Mainstream economics takes this imbalance as its starting point: wants are assumed to be unlimited and means scarce, so economic life becomes the permanent allocation of what is never enough.</a:t>
            </a:r>
          </a:p>
          <a:p/>
          <a:p>
            <a:r>
              <a:t>The darshan locates the problem elsewhere, and from that diagnosis asks a constructive question. What would an economy look like that gives human labour its true value, judged by the usefulness labour establishes for human living and for the wider order of nature, rather than by scarcity, accumulation and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The darshan explains why: jeevan, the conscious unit, seeks continuity of happiness, and in delusion it reads its own dissatisfaction as a shortage of objects. Third, cyclical economics closes the cycle at the points where it now runs open: need assessed in the family, labour applied to natural abundance, goods produced for use, right use and purposeful use, exchange at the value of labour, and production kept within nature's regeneration. Fourth, passive databases and networks alone cannot establish or run such an order; intelligent systems and AI agents paired with individuals, families, committees and councils across all ten tiers can accelerate transition and keep the cycle in balance, while the judgements of justice, dharma and truth stay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resolution, prosperity, fearlessness and coexistence (MVD p. 105).</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Every human being carries out all activities in the hope and expectation of happiness, peace, contentment and bliss. This expectation is the human’s innateness, present in every person (AA p. 13). Contentment is accepted by every human being and discontent by none (AA p. 48).</a:t>
            </a:r>
          </a:p>
          <a:p/>
          <a:p>
            <a:r>
              <a:t>Jeevan has ten activities, borne by five faculties: mun, with selection and taste; vritti, with analysis and deliberation; chitta, with visualisation and contemplation; buddhi, with resolve and enlightenment; and atma, with authenticity and realisation (AA p. 50; JV pp. 72–73). Here mun names the specific faculty of selection and taste, whereas in the triad “body, mind, and wealth” the word “mind” refers to the jeevan powers as a whole (AA pp. 59, 62). The four jeevan values name harmony between adjacent faculties: happiness between mun and vritti, peace between vritti and chitta, contentment between chitta and buddhi, and bliss between buddhi and atma (AA pp. 20–21, 92; JV p. 137). Happiness in this sense is not a sensation; it is a state of the whole conscious unit.</a:t>
            </a:r>
          </a:p>
          <a:p/>
          <a:p>
            <a:r>
              <a:t>Deliberation (tulan, in vritti) is the pivot on which this harmony turns. Deliberation in terms of pleasure, health, and profit can never reach universal agreement between two human beings, since these perspectives are rooted in the body, and no two bodies are the same (JV pp. 72–73; AA pp. 58–60). In delusion, justice, dharma, and truth are interpreted in terms of pleasure, health, and profit, and there is no universal agreement on these aspects either (AA pp. 18, 59–60). This is the reason there is no balance in human living, including in economics. In awakening, the evaluation perspectives of justice, dharma, and truth are based on understanding and realisation in coexistence, wherein there is universal agreement (AA pp. 19–20, 58–60; MVD p. 203). This is the basis of balance in awakened human living, including in economics.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The treatise states the order of that regulation precisely.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The study draws the economic meaning. Insatiability is what selection and tasting become when that chain is missing: an inexhaustible activity with no higher activity to give it measure. Taste itself is not the problem. The problem is taste that answers to nothing above it.</a:t>
            </a:r>
          </a:p>
          <a:p/>
          <a:p>
            <a:r>
              <a:t>This is why the darshan does not ask people to renounce enjoyment or wealth. It asks for the understanding that lets the higher faculties give enjoyment and wealth their measure.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The means of a human being are only body, mind and wealth (MVD p. 243). In doing so, the five powers of jeevan project into human living through bodily skill and proficiency, and reflect back in mutual evaluation across family and society (AA pp. 18–19, 48–50). Labour applied with skill and proficiency to natural abundance produces objects that carry usefulness value and aesthetic value. These objects are wealth, dhan. Wealth is only the produced object, not money (AA pp. 25, 105).</a:t>
            </a:r>
          </a:p>
          <a:p/>
          <a:p>
            <a:r>
              <a:t>This changes what counts as capital. All production is the outcome of human labour applied to natural abundance, so the primary wealth is the labour power inherent in human beings, and this primary capital is always the person's own (AA p. 73). Earning wealth is the definite measure of usefulness and aesthetic value realised from natural abundance through the planned deployment of labour (MVD p. 56). Because the powers of jeevan are inexhaustible, every human being can produce more than immediate necessity; Samadhanatmak Bhautikvad calls this the foundational principle of human prosperity (SB p. 268). Janvad proposes that public dialogue on the economy begin from this recognition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 family is a limited number of autonomous people, at least ten, living together with justice: recognising their relationships, fulfilling the values in them, evaluating, reaching mutual satisfaction, and complementary to one another in the family's production (AA pp. 14, 65). Needs are ascertained at the level of the family, not the individual (JV p. 153). In a humane family, needs become limited because use, right use and purposeful use become definite, and production in excess of need is therefore possible in every family (AA p. 26). In a wise family, two to four members may produce beyond the whole family's necessity (KD p. 115).</a:t>
            </a:r>
          </a:p>
          <a:p/>
          <a:p>
            <a:r>
              <a:t>Prosperity follows directly. The lack of the sentiment of lacking is prosperity, and production in excess of needs is prosperity (MVD p. 71). Its basis is the sum of objects produced in excess of need, together with their right use and security (AA p. 113). Prosperity cannot be private: for one family to be prosperous, more than one family must be (AA pp. 62–63).</a:t>
            </a:r>
          </a:p>
          <a:p/>
          <a:p>
            <a:r>
              <a:t>The treatise also identifies a satiation point within exchange. Production is the remuneration of labour, and after exchange the remuneration remains just as much as was produced. In the utilisation of labour there is neither profit nor loss (AA p. 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(KD p. 116). The treatise pairs use with justice, right use with resolution, and purposeful use with authenticity (AA p. 116).</a:t>
            </a:r>
          </a:p>
          <a:p/>
          <a:p>
            <a:r>
              <a:t>This places economics within the darshan's hierarchy of thirty values across five categories: two object values (usefulness and artistic value), nine civic values, nine established values, one human value (steadfastness, courage, generosity, kindness, grace and compassion), and four jeevan values (happiness, peace, contentment and bliss), alongside five obligatory allegiances (AA pp. 20–24, 92).</a:t>
            </a:r>
          </a:p>
          <a:p/>
          <a:p>
            <a:r>
              <a:t>Karm Darshan ranks wealth by the same logic: wealth placed in the service of liberation, dharma or the fulfilment of desire ranks high; higher purposes made to serve wealth rank low (KD 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(KD pp. 116–117; AA p. 116; MVD p. 150). That is also why the higher societal services that sustain awakening and orderliness — education, medical care, justice, and governance — must be performed with benevolence rather than sold as commercial trades (AA pp. 45–46; JV pp. 166–168).</a:t>
            </a:r>
          </a:p>
          <a:p/>
          <a:p>
            <a:r>
              <a:t>How are services (seva) organised, which vocations fall where, and how do practitioners obtain the physical objects they need? The texts name agriculture and industry as the two primary forms of production, with all other vocations complementary to them (MVD p. 267), and distinguish two forms of service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part-time committee duties (AA p. 127), and full-time council representation (lok-pratinidhi, KD pp. 116–117); because these practitioners belong to a self-reliant ten-member family producing in excess of need, their household's abundance provides all objects needed for their bodily nourishment, protection, and societal motion without salaried jobs (KD pp. 115–117; AA pp. 119–120, 137). Second, remuneration-focused service (pratiphal-pradhan seva) covers the ninth branch of the village production system (AA pp. 133, 136) and exchange-reserve staffing (AA p. 138) — repairing bicycles, radios, TVs and machines, washing clothes, barbering, and running the exchange-reserve — whose council-fixed remuneration (parishramik as svadhan, AA pp. 136, 140) credits their account in the cooperative exchange-reserve (AA pp. 137–138) so they draw needed objects at labour value.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a:t>
            </a:r>
          </a:p>
          <a:p/>
          <a:p>
            <a:r>
              <a:t>Madhyasth Darshan sets out the same rule as lawful and unlawful conduct: spending minerals and forests in proportion to regeneration and maintaining circularity are lawful; spending beyond regeneration and exploiting non-renewables are not (MVD p. 263).</a:t>
            </a:r>
          </a:p>
          <a:p/>
          <a:p>
            <a:r>
              <a:t>Flowing and falling water, wind, solar heat, biogas from dung and refuse, and vegetable oil from roadside trees provide cyclical, pollution-free energy (AA pp. 31–33, 106–107). Determining the land of a village also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Ten families form a family cluster, ten clusters a hundred-family village with nine branches of work (agriculture, animal husbandry, forestry, minerals, handicrafts, village crafts, cottage industry, village industry and service; AA pp. 133–136), and ten tiers reach the world family council. Representatives are selected by consensus with zero election expenditure and serve part-time while continuing production, so governance never creates a non-producing class and every family produces more than its needs, while higher tiers coordinate medium and large industry and calamity buffers (AA pp. 27–30, 72, 110, 115, 127; MVD pp. 259, 267).</a:t>
            </a:r>
          </a:p>
          <a:p/>
          <a:p>
            <a:r>
              <a:t>Moral policy is the right use of resources, economic policy is production beyond family need, and state policy is protection across the six securities, with moral policy primary (KD pp. 14, 67; MVD pp. 264–271).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most sharply on the source of insatiable want and how labour and need are valued. Since Jevons, Menger and Walras (1871), marginalist and neoclassical theory abandoned classical labour value for subjective marginal utility and took non-satiation and scarcity as given (Robbins 1932). Aristotle and Marx located limitlessness in money-making and the circuit of capital; in the Critique of the Gotha Programme (1875), Marx separated post-capitalist distribution into a first stage of labour-time certificates and a distant stage of need-based sharing, whereas the darshan pairs family need-sharing with inter-family labour-value exchange simultaneously (AA pp. 1, 119–120).</a:t>
            </a:r>
          </a:p>
          <a:p/>
          <a:p>
            <a:r>
              <a:t>Keynes, Veblen and Hirsch located insatiability in relative and positional goods; Polanyi (1944) showed how treating land, labour and money as fictitious commodities disembeds the economy from society; ecological economists point to debt and throughput limits; Kumarappa and Schumacher ground permanence in village production and moral restraint; and Advaita traces desire to ignorance of the Self.</a:t>
            </a:r>
          </a:p>
          <a:p/>
          <a:p>
            <a:r>
              <a:t>The darshan places the root in the joint form: a jeevan whose unexpressed higher activities read their discontent as a shortage of objects. Only the darshan, Gandhian economics and in part Keynes make the definiteness of need a structural condition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lessons from economic theory bear directly on cyclical economics.</a:t>
            </a:r>
          </a:p>
          <a:p/>
          <a:p>
            <a:r>
              <a:t>First, coordination beyond the village needs active information processing: Hayek showed that market prices compress dispersed knowledge, so a non-price system must supply that coordination in another way. Second, prosperity and production security must be measured through national accounts, input–output tables, material-flow accounting and life-cycle assessment. Third, Elinor Ostrom's polycentric commons governance and Karl Polanyi's analysis of embeddedness and fictitious commodities show how land, labour and credit are kept within social bounds. Fourth, the need and capability frameworks of Max-Neef, Doyal and Gough, and Amartya Sen sharpen the family's assessment of need against adaptive preference. Fifth, modern money is credit created by commercial banks at interest (BoE 2014), while mutual-credit clearing networks such as Switzerland's WIR (Stodder 2009) demonstrate interest-free ledger clearing of the kind used by the village exchange-reserve. Sixth, Leontief's input–output analysis, Cockshott and Cottrell's labour-time calculation, and Ricardo's theory of differential rent (1817) show how embodied labour, capital depreciation, and unequal soil or mineral fertility can be separated and computed.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Law, regulation and balance are already evident in the orders other than the human (AA p. 117). Justice, dharma and truth are the evaluations by which humans establish their own orderliness, and the treatise describes them as still under review in human tradition (AA p. 18).</a:t>
            </a:r>
          </a:p>
          <a:p/>
          <a:p>
            <a:r>
              <a:t>This sets the division of labour for any instrument. Where a relation is governed by law, regulation or balance and can be stated as a quantity, rate, constraint or rule, it can be measured, modelled and partly handled by an instrument. Where a question concerns the fulfilment of a relationship, the purpose of a choice, or its accord with coexistence, it belongs to human evaluation.</a:t>
            </a:r>
          </a:p>
          <a:p/>
          <a:p>
            <a:r>
              <a:t>Every instrument is conceived, planned and produced by humans, embodies their mentality, and falls short of its purpose: trust and use must stay below that purpose, and every signal must be read by a human being (KD p. 139). Present AI systems belong to the material order as insentient instruments, yantra, that either amplify delusion or, directed by humane criteria, make the basis of decisions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multi-level architecture of §8.3, the Family, Committee and Regional AI Agents watch these indicators continuously and route early warnings to the responsible human unit.</a:t>
            </a:r>
          </a:p>
          <a:p/>
          <a:p>
            <a:r>
              <a:t>Need is definite: the Family Agent flags use rising faster than the family's assessed need, returning the question of whether the assessment is true and fair. Labour receives its value: the Production and Exchange-Reserve Agents flag producers receiving less than labour value or a widening producer–consumer gap. Exchange follows labour value: regional agents flag drifting ratios or unauthorised margins. Everyone takes part in production: committee agents flag displaced workers or idle skills and alert the Education-Sanskar Agent to plan training. Goods are used, not hoarded: agents flag ageing stock and idle balances. Natural assets are used in proportion to regeneration: agents flag drawdown or soil acidity and salinity.</a:t>
            </a:r>
          </a:p>
          <a:p/>
          <a:p>
            <a:r>
              <a:t>In every row, the agent's work ends by presenting the causal trace and the question to the family, committee or council responsible; the decision belongs to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 network keeps the cycle in balance and lowers the barrier to transition. When a new cluster of families or villages begins transitioning inside today's market economy, pre-configured agents immediately connect its exchange-reserve to regional labour-value benchmarks and mutual-credit clearing, routing surpluses to cover deficits without speculative middlemen or interest rates (AA pp. 72, 115, 118,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Four safeguards keep the agent network subordinate to people (§8.8): no optimisation for profit or attention capture; strict data subsidiarity (personal logs belong to the person, family records to the family, village records to the villagers; AA p. 128); inspectable rules that prevent technocratic rulership (AA p. 82); and counting AI's own energy and mineral footprint within regenerative limits.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ecological and Gandhian economics and Advaita.</a:t>
            </a:r>
          </a:p>
          <a:p/>
          <a:p>
            <a:r>
              <a:t>Its strengths: it explains insatiability rather than postulating it; unifies diagnoses of limitless money-making, disembedded markets, positional goods, throughput and desire; defines wealth as produced objects and capital as human labour power; pairs need-based sharing inside the family with equal labour-value exchange between families and regions simultaneously; closes need, use and natural regeneration together; names the value of labour in policy; and gives a three-stage transition path and a clear boundary for instruments.</a:t>
            </a:r>
          </a:p>
          <a:p/>
          <a:p>
            <a:r>
              <a:t>Its open problems: how family need assessments aggregate at scale; how common labour values account for complex multi-stage inputs, capital depreciation without interest, and Ricardian differential fertility across regions; how a federated network of AI agents paired with committees across the ten tiers can replace price and interest signals without creating a technocratic bottleneck; how automation reduces drudgery without displacing producers; and how communities govern Personal, Family and Committee AI Agents without ceding to them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do not reach balance because the need they are asked to meet is not the need they can meet. The body's requirements are definite, and the rest of nature shows what balance with them looks like. Jeevan seeks continuity of happiness, and in delusion it pursues that continuity through the transient satisfactions of selection and taste, reading each failure as a shortage of objects. Accumulation, especially of money, gives this pursuit an object that never decays and never satisfies.</a:t>
            </a:r>
          </a:p>
          <a:p/>
          <a:p>
            <a:r>
              <a:t>Cyclical economics answers by closing the cycle where it now runs open: definite need assessed in the family, labour valued by the usefulness it establishes, exchange at labour value free of profit and loss, production within natural regeneration, and the remainder flowing into right use across the five dimensions and ten tiers of self-governance.</a:t>
            </a:r>
          </a:p>
          <a:p/>
          <a:p>
            <a:r>
              <a:t>Passive databases and network connectivity alone cannot establish or run this order while keeping governance part-time and every citizen a producer. Intelligent systems and AI agents paired with every human unit, from the Personal AI Assistant and the Family AI Agent to the Committee and Council Agents across all ten tiers, can lower the barrier to transition and keep the cycle legible and coordinated, while returning to people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Yet passive databases and network connectivity alone cannot establish the cyclical economy or enable a fast transition from the current market system, because of four structural bottlenecks.</a:t>
            </a:r>
          </a:p>
          <a:p/>
          <a:p>
            <a:r>
              <a:t>First, the staffing constraint: council and committee members are part-time representatives who continue their own physical production (AA p. 127), the village exchange-reserve has as few as three staff members (AA p. 138), and eighty percent of society remains in production (MVD p. 259). Manual database querying across ten tiers would either stall or create a full-time managerial bureaucracy (JVD p. 35). Second, non-price coordination: replacing scalar market prices across millions of goods, capital depreciation and Ricardian fertility differences requires continuous input–output propagation and option generation. Third, qualitative-to-quantitative translation: surveys, family need assessments and joint training plans involve natural language that static forms cannot interpret without turning producers into clerks. Fourth, the transition bottleneck: because the system must be built by people still moving toward awakening (anubhav-gami) inside a profit economy, active intelligent agents are needed to give reflective feedback before habits harden and to run the dual currency-and-labour ledgers of Stages 1 and 2 (AA pp. 142–143).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technical note on a personal AI assistant showed how an AI agent designed under the darshan's criteria can help an individual in transition (anubhav-gami) overcome delusion by serving as a diagnostic mirror for priya-hita-labha impulses, an educational companion for coexistence study and multi-occupation skills, and a practical work log. Establishing and governing a cyclical economy requires extending that architecture to every unit in the ten-tier family-rooted self-governing order.</a:t>
            </a:r>
          </a:p>
          <a:p/>
          <a:p>
            <a:r>
              <a:t>At the family level (10–12 members; AA pp. 14, 26, 65), a Family AI Agent helps the household assess its common and special aspirations (AA p. 112), tracks actual use and stock age against hoarding or spoilage, coordinates restful family production without weighing individual labour shares (AA pp. 119–120), and publishes only aggregate need and surplus to the village. At Tiers 1 and 2, Cluster, Village Council, and five Committee Agents (production-work, exchange-reserve, education-sanskar, health-restraint, and justice-security) maintain the living village survey, link the five dimensions horizontally, and run the three-stage transition ledgers alongside the three-person exchange-reserve staff (AA pp. 125–145).</a:t>
            </a:r>
          </a:p>
          <a:p/>
          <a:p>
            <a:r>
              <a:t>Across Tiers 3 to 10, federated Council and Committee Agents match inter-village surpluses and deficits at labour value (AA p. 72), coordinate cottage, small, medium and large industry (AA p. 115), onboard newly transitioning villages, and monitor planetary regeneration boundaries (MVD p. 268). At every level, the human unit retains normative judgement.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Why economies fail to reach balance, and how human labour can receive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body's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study's question</a:t>
            </a:r>
          </a:p>
          <a:p>
            <a:pPr algn="ctr">
              <a:spcAft>
                <a:spcPts val="0"/>
              </a:spcAft>
            </a:pPr>
            <a:r>
              <a:rPr sz="1250" b="0" i="0">
                <a:solidFill>
                  <a:srgbClr val="FFFFFF"/>
                </a:solidFill>
                <a:latin typeface="Calibri"/>
              </a:rPr>
              <a:t>What would an economy look like that gives human labour its true value, judged by the usefulness it establishes, rather than by scarcity, accumulation and price?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Mainstream economics begins from unlimited wants and scarce means; the darshan locates the problem elsewhere.</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jeevan's lack misread
§2</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labour, use, right use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agents help</a:t>
            </a:r>
          </a:p>
          <a:p>
            <a:pPr algn="ctr">
              <a:spcAft>
                <a:spcPts val="0"/>
              </a:spcAft>
            </a:pPr>
            <a:r>
              <a:rPr sz="1000" b="0" i="1">
                <a:solidFill>
                  <a:srgbClr val="C9D4EF"/>
                </a:solidFill>
                <a:latin typeface="Calibri"/>
              </a:rPr>
              <a:t>transition &amp; balance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Definite need, goods for use, nature used in proportion to its regeneration, and labour valued by the usefulness it establishes.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unit except the human shows definite conduct; only the deluded human causes disorder.</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Deliberation and universal agreement</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deliberation (pleasure, health, profit) never reaches universal agreement across distinct bodies; awakening grounds justice, dharma and truth in coexistence, the basis of balance.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Where the chain is missing</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Selection and taste become an inexhaustible activity with no higher activity to give them measure. That is insatiability.</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limited, so they can be fulfilled; needs pursued as indulgence are indefinite and unlimited, so they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They needed to remain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Because jeevan's powers are inexhaustible, every person can produce more than necessity.</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Relationship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complementary in production. Use, right use and purposeful use become definite, so needs become limited.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After exchange, remuneration is just as much as was produced: no profit and no loss in labour.</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from generation to generation</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  §3.7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§§3.9–3.10</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§§3.11–3.12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From village to world</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A 100-family village with nine branches (agriculture, crafts, industry, service); ten tiers of part-time councils with zero election cost.</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closes the cycle</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Definite need, use, regeneration</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growth is the norm</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limits household; abolish capital</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Absolute needs can be met</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Steady throughput; material loops</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Permanence within nature's cycles</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Liberation beyond economic life</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Economic tools can serve a cyclical economy once that economy supplies the criteria the discipline leaves out.</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fulfilment of relationships, the purpose of a choice, its accord with coexistence.</a:t>
            </a:r>
          </a:p>
          <a:p>
            <a:pPr>
              <a:spcBef>
                <a:spcPts val="600"/>
              </a:spcBef>
              <a:spcAft>
                <a:spcPts val="0"/>
              </a:spcAft>
            </a:pPr>
            <a:r>
              <a:rPr sz="1150" b="1" i="0">
                <a:solidFill>
                  <a:srgbClr val="9A6414"/>
                </a:solidFill>
                <a:latin typeface="Calibri"/>
              </a:rPr>
              <a:t>Judged by people; still under review in human tradition.</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darshan's rule for instruments</a:t>
            </a:r>
          </a:p>
          <a:p>
            <a:pPr algn="ctr">
              <a:spcAft>
                <a:spcPts val="0"/>
              </a:spcAft>
            </a:pPr>
            <a:r>
              <a:rPr sz="1250" b="0" i="0">
                <a:solidFill>
                  <a:srgbClr val="FFFFFF"/>
                </a:solidFill>
                <a:latin typeface="Calibri"/>
              </a:rPr>
              <a:t>An instrument embodies its planners' mentality and falls short of its purpose: trust and use it below that purpose, and let a human read every signal.</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BEYOND DATABASES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Databases Alone Are Not Enough</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Part-time governance constraint</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the exchange-reserve has 3 staff (p. 138); manual databases would force a bureaucracy.</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Non-price calculation at scale</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Replacing prices across millions of inputs, tool depreciation and Ricardian soil differences needs active input–output and constraint solving.</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Qualitative to quantitative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Village surveys, family needs and skill plans combine numbers with local language; intelligent agents keep producers from becoming clerks.</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Transition before full awakening</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Anubhav-gami people and villages need real-time mirrors and dual currency/labour ledgers across the 3 stages (AA pp. 142–143).</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Passive databases only store records after the fact; intelligent agents are needed as core transition infrastructure.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27 / 33</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Across the Ten-Tier Order</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AI agent &amp; role in the cycle</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Judgement kept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restful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human unit from the person and family to the ten tiers works with a paired agent;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Most failures leave traces in records long before they become crises.</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Accelerate transition</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Living surveys, inter-tier surplus routing at labour value, and pre-configured agents that onboard new villages into the 3 stages.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rather than assuming it</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Wealth as produced objects; labour as capital</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Pairs family need-sharing with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Names the value of labour in policy</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 staged path, with a rule for instruments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at the scale of a nation</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coordination via AI agents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displacement</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multi-level agents without ceding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Its practicability depends on understanding the darshan has yet to evidence beyond small communities.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definite need in the family</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a cycle within nature's balance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Multi-level AI agents can accelerate the transition and make balance visible; understanding and judgement belong to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