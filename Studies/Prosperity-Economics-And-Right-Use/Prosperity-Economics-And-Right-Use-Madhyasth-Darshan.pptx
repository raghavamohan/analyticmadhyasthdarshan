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every member is jeevan, which has the ability to realise (anubhav) in the coexistence of all-pervasive omnipresence (satta /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jeevan is continuous across bodily journeys while nature's circularity is permanent (AA pp. 48, 51, 72, 94), intergenerational discounting drops to zero: preserving soil, forests, and generational tools across centuries is caring for the continuing habitat of our own and every other jeevan's ongoing journey.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 Healing the body falls on the unpaid side of this line because restoring a person in disease is a direct work of kindness and generosity in human relationship that fees corrupt into a trade in suffering (AA pp. 22–24, 45–46, 140; JV pp. 166–168), whereas repair, laundry, barbering, and reserve staffing maintain produced objects and village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mortal decision-makers? In Madhyasth Darshan, jeevan is immortal and continuous across bodily journeys while the earth's regenerative cycles are permanent (AA pp. 48, 51, 72, 94). Depleting soil or mineral oil for short-term bodily comfort destroys the habitat of humanity's own continuing tradition.</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Ten families form a family cluster, ten clusters a hundred-family village with nine branches of work (AA pp. 133–136), and ten tiers reach the World Family Council (vishva parivar sabha).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understanding that every person is jeevan, able to realise in the coexistence of satta (vyapak) and nature as a whole at once — the basis of the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Why does a group of people still in the process of realisation (anubhav-gami) self-correct when an individual errs? Because priya–hita–labha biases are private to each body and cannot command shared endorsement once objective facts and checkable causal logic are placed in common view before a council of peers who all innately seek contentment and justice (AA pp. 18–20, 48,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collective is compelled to deliberate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so they cannot be ignored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so no single representative or single agent can hide an inconsistency from the group.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Its strengths: it sets out the complete vision of resolved, prosperous, fearless humans coexisting with nature across the Earth; explains insatiability through the joint form of jeevan and body; resolves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labour-value exchange; and specifies the three-stage transition path together with the required ten-tier AI agentic backbone.</a:t>
            </a:r>
          </a:p>
          <a:p/>
          <a:p>
            <a:r>
              <a:t>Its open problems: how family need assessments aggregate at planetary scale; how common labour values compute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and how communities govern Personal, Family and Committee AI Agents so that shared visibility strengthens human deliberation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When this vision is examined at the scale of the whole Earth — rather than a single small family or isolated hamlet — and under the realistic condition that citizens are in the process of realisation (anubhav-gami), a strong, federated ten-tier AI agentic backbone emerges as a structural requirement rather than an optional convenience, for four interconnected reasons.</a:t>
            </a:r>
          </a:p>
          <a:p/>
          <a:p>
            <a:r>
              <a:t>First, planetary-scale visibility for collective self-correction: in a single household, stock, effort and soil are visible to the naked eye; across ten tiers of villages, bioregions and continents, no council can see distant ecological drawdown or exchange drift without active agents that continuously cross-check flows and place checkable causal traces in common view so councils cannot ignore them. Second, fault-tolerant collective correction while individuals are anubhav-gami: even when an individual errs or slips into priya–hita–labha bias (AA p. 139), simultaneous visibility of facts and checkable logic before the whole committee or council enables the group to correct the error cleanly. Third, part-time governance: representatives continue physical production (AA p. 127; MVD p. 259) and the village exchange-reserve has only three staff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ten-member family to the Tier-10 World Family Council is paired with a dedicated AI agent. Across all ten tiers, these agents act not as rulers or passive ledgers, but as collective consistency mirrors: they place verified facts, discrepancies, and checkable causal logic in common view before all members of the family, cluster, committee, or council simultaneously, so that no single person's error can hide and the collective can self-correct.</a:t>
            </a:r>
          </a:p>
          <a:p/>
          <a:p>
            <a:r>
              <a:t>At the individual and family level (10–12 members; AA pp. 14, 26, 65), the Personal Assistant and Family AI Agent help reflect on priya–hita–labha impulses, assess common and special aspirations (AA p. 112), track stock age against hoarding, and coordinate complementary household production without weighing individual labour shares (AA pp. 119–120). At Tiers 1 and 2, Cluster, Village Council, and five Committee Agents maintain the living village survey, link the five dimensions horizontally, and run the three-stage transition ledgers alongside the three-person exchange-reserve staff (AA pp. 125–145).</a:t>
            </a:r>
          </a:p>
          <a:p/>
          <a:p>
            <a:r>
              <a:t>Across Tiers 3 to 10,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At every tier, normative authority stays with the human council.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step back from the individual schools of economics — neoclassical, Marxian, institutional, ecological, capability and Gandhian — six structural deadlocks emerge that none of them can solve together, because every one of them models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in the coexistence of all-pervasive omnipresence (satta /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labour's restfulness is resolution itself (shram ka vishram =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in the coexistence of satta (vyapak) and nature as a whole at once (AA pp. 47, 51, 60; MVD p. 203), this forms the basis of the 10-member family where need is shared without weighing individual labour and surplus funds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Mortal, body-identified actors discount distant centuries; knowing the continuity of jeevan across bodily journeys alongside permanent natural cycles brings the intergenerational discount rate to zero (AA pp. 48, 51, 72, 94).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realisation (anubhav) in coexistence specifically required — and why can't intellectual philosophy, moral exhortation, or better institutional rules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realisation (anubhav) in coexistence awakens the higher 5.5 activities does jeevan experience continuous happiness, peace, contentment, and bliss within itself, relieving the finite body of the burden of supplying infinite satisfaction (AA pp. 20–21, 50, 95).</a:t>
            </a:r>
          </a:p>
          <a:p/>
          <a:p>
            <a:r>
              <a:t>Second, realisation is the only observer-invariant reference point for human society. Sensory pleasure, bodily health, and material profit (priya, hit, labh) are relative to each distinct body, and unawakened opinions (manna) vary from person to person. Every human is jeevan with the ability to realise (anubhav) in the coexistence of all-pervasive omnipresence (satta / vyapak) and nature as a whole at once (trikalabadh satya — truth uncontradicted across past, present, and future; AA pp. 47, 51; MVD p. 203), giving all humans one observer-invariant reference point for uncoerced universal agreement (sarvasammati) on justice, dharma, and truth.</a:t>
            </a:r>
          </a:p>
          <a:p/>
          <a:p>
            <a:r>
              <a:t>Third and fourth, realisation transforms human relationship and time horizon from the inside: because every member is jeevan with the ability to realise in the coexistence of satta (vyapak) and nature as a whole at once, this forms the basis of unconditional need-sharing in the ten-member family and restful labour in resolution (shram ka vishram = samadhan, AA p. 23), while inner sovereignty (samprabhuta, AA p. 104) and the continuity of jeevan across bodily journeys establish the satiation point of exchange (AA p. 76) and zero intergenerational discounting.</a:t>
            </a:r>
          </a:p>
          <a:p/>
          <a:p>
            <a:r>
              <a:t>Finally, this explains the bridge to Part V: because eight billion people are currently in the process of realisation (anubhav-gami) rather than already perfected, operating this order at Earth scale requires a federated ten-tier AI agentic backbone that places objective facts and checkable causal logic before councils in common view so communities can collectively self-correct as they grow in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in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Mortal horizons discount distant harm</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Continuous jeevan; 0% discounting</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in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Satiation in exchange &amp; across time</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Inner sovereignty (samprabhuta) and jeevan continuity remove the motive to game ledgers (AA p. 76) or discount future generations.</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an Earth-scale economy requires a 10-tier AI backbone.</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Even if one person errs, a council cannot ignore facts and checkable logic visible in common view.</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have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compelling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