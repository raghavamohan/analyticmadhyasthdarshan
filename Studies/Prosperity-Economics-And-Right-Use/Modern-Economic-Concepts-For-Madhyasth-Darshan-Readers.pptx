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6.xml"/><Relationship Id="rId46" Type="http://schemas.openxmlformats.org/officeDocument/2006/relationships/slide" Target="slides/slide7.xml"/><Relationship Id="rId47" Type="http://schemas.openxmlformats.org/officeDocument/2006/relationships/slide" Target="slides/slide8.xml"/><Relationship Id="rId4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nine-part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nine-part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I.3)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And pricing by subjective marginal utility severs exchange from objective usefulness value (upyogita mulya) and the value of labour (shram mulya; AA pp. 49, 66).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(selling a product for money in order to buy another needed product) versus the circuit of capital (investing money to buy labour and materials solely to end up with more money). In Capital Vol. I (ch. 1), Marx also held that a commodity's value is set by socially necessary labour time under current average tools, and treated skilled labour as multiplied simple labour based on the training labour embodied in the worker. In his Critique of the Gotha Programme (1875), he argued that a post-capitalist society would first have to pay individuals by labour-time certificates — which he admitted still apply an unequal “bourgeois right” because workers differ in capability and family dependency — and could only reach distribution according to need in a distant future stage.</a:t>
            </a:r>
          </a:p>
          <a:p/>
          <a:p>
            <a:r>
              <a:t>In relation to Madhyasth Darshan: the treatise likewise shows that real objects cannot be hoarded without spoiling (JV p. 152; MVD p. 183) whereas symbolic currency has no satiation point (AA pp. 5–7, 45). However, rather than deferring need-based sharing to a distant stage or rewarding invention through patent monopolies, Madhyasth Darshan pairs four mechanisms simultaneously across institutions: (1) inside the ten-member family, goods are shared according to need without weighing individual labour or dependency ratios (AA pp. 1, 119–120); (2) between families and villages, labour is evaluated by the fivefold combination of skill (kushalata), proficiency (nipunata), speed of work (karya-gati), time (samay) and means (sadhan) alongside scholarliness (panditya, AA pp. 119, 145); (3) original tools, procedures, methods and formulas (maulikta) are formally recorded and honoured with social prizes (puraskar) as righteous wealth (svadhan, AA pp. 140, 144); and (4) once disseminated openly across the ten tiers, improved tools lower the unit labour value of goods so that society's means of production increase and required labour time decreases (AA pp. 56–58, 118, 145).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As Hirsch noted, if everyone in a crowd stands on tiptoe to see better, no one sees better, yet everyone's feet hurt.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is what happens when a deluded person tries to obtain the established value of respect (samman) through symbolic wealth and sensory display (AA p. 45). And while Madhyasth Darshan fully agrees with keeping extraction within natural regeneration and using cyclical energy (AA pp. 30–33, 142), it shows that material recycling alone cannot hold unless human need itself becomes definite through understanding in the family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In a market, rising and falling prices transmit that information automatically, even though prices are distorted by unequal wealth and profiteering. Karl Polanyi (1944) showed that land, human labour, and money were never created to be sold on a market; turning them into commodities disembeds the economy from social relationships. Elinor Ostrom (2010) showed empirically that communities manage shared forests, fisheries, and irrigation best not through privatisation or top-down state control, but through nested, multi-tier local governance.</a:t>
            </a:r>
          </a:p>
          <a:p/>
          <a:p>
            <a:r>
              <a:t>In relation to Madhyasth Darshan: Ostrom's findings directly support the treatise's ten-tier village-to-world council architecture (AA pp. 27–30, 125–127), and Polanyi's critique matches the darshan's refusal to treat nature, labour, or currency as commodities. Hayek's question explains why passive databases are not enough: when market price speculation is removed, federated AI agents paired with each tier's committees help aggregate local surpluses and deficits so part-time human councils can coordinate without a central bureaucracy (§§8.2–8.3).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(mun/vritti in delusion) for human nature, and replaces objective usefulness and labour value with subjective price.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3.9, 4.1, 4.3, 7.2  ·  Aristotle Politics I  ·  Marx 1867, 1875  ·  AA pp. 1, 119–120, 140, 144–145  ·  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3.8, 4.5, 4.7, 7.2  ·  Veblen 1899  ·  Keynes 1930  ·  Daly 1974  ·  AA pp. 30–33, 114, 142  ·  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Because cyclical economics removes market price speculation and keeps land, labour and money out of the market, federated AI agents help part-time councils coordinate across 10 tiers.</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§§3.11, 4.7, 4.9, 8.2–8.3  ·  Polanyi 1944  ·  Hayek 1945  ·  Ostrom 2010  ·  AA pp. 72, 125–138  ·  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3.13,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3.13, 4.8, 8.3–8.4  ·  Stodder 2009  ·  Bank of England 2014  ·  AA pp. 136–138, 142–143  ·  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